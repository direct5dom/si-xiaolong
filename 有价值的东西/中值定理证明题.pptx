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 Xiaolong" userId="4942d129721894d1" providerId="LiveId" clId="{6EAB9D37-865E-4A85-8014-D96199BC76B0}"/>
    <pc:docChg chg="undo custSel modSld">
      <pc:chgData name="Si Xiaolong" userId="4942d129721894d1" providerId="LiveId" clId="{6EAB9D37-865E-4A85-8014-D96199BC76B0}" dt="2019-11-05T03:05:43.646" v="8"/>
      <pc:docMkLst>
        <pc:docMk/>
      </pc:docMkLst>
      <pc:sldChg chg="modSp">
        <pc:chgData name="Si Xiaolong" userId="4942d129721894d1" providerId="LiveId" clId="{6EAB9D37-865E-4A85-8014-D96199BC76B0}" dt="2019-11-05T02:34:30.913" v="1" actId="1076"/>
        <pc:sldMkLst>
          <pc:docMk/>
          <pc:sldMk cId="2568618309" sldId="265"/>
        </pc:sldMkLst>
        <pc:picChg chg="mod">
          <ac:chgData name="Si Xiaolong" userId="4942d129721894d1" providerId="LiveId" clId="{6EAB9D37-865E-4A85-8014-D96199BC76B0}" dt="2019-11-05T02:34:30.913" v="1" actId="1076"/>
          <ac:picMkLst>
            <pc:docMk/>
            <pc:sldMk cId="2568618309" sldId="265"/>
            <ac:picMk id="8" creationId="{00000000-0000-0000-0000-000000000000}"/>
          </ac:picMkLst>
        </pc:picChg>
      </pc:sldChg>
      <pc:sldChg chg="delSp modAnim">
        <pc:chgData name="Si Xiaolong" userId="4942d129721894d1" providerId="LiveId" clId="{6EAB9D37-865E-4A85-8014-D96199BC76B0}" dt="2019-11-05T02:36:33.495" v="2"/>
        <pc:sldMkLst>
          <pc:docMk/>
          <pc:sldMk cId="2464185377" sldId="266"/>
        </pc:sldMkLst>
        <pc:spChg chg="del">
          <ac:chgData name="Si Xiaolong" userId="4942d129721894d1" providerId="LiveId" clId="{6EAB9D37-865E-4A85-8014-D96199BC76B0}" dt="2019-11-05T02:36:33.495" v="2"/>
          <ac:spMkLst>
            <pc:docMk/>
            <pc:sldMk cId="2464185377" sldId="266"/>
            <ac:spMk id="4" creationId="{00000000-0000-0000-0000-000000000000}"/>
          </ac:spMkLst>
        </pc:spChg>
      </pc:sldChg>
      <pc:sldChg chg="delSp modAnim">
        <pc:chgData name="Si Xiaolong" userId="4942d129721894d1" providerId="LiveId" clId="{6EAB9D37-865E-4A85-8014-D96199BC76B0}" dt="2019-11-05T02:45:35.214" v="4"/>
        <pc:sldMkLst>
          <pc:docMk/>
          <pc:sldMk cId="2014447984" sldId="268"/>
        </pc:sldMkLst>
        <pc:spChg chg="del">
          <ac:chgData name="Si Xiaolong" userId="4942d129721894d1" providerId="LiveId" clId="{6EAB9D37-865E-4A85-8014-D96199BC76B0}" dt="2019-11-05T02:45:33.879" v="3"/>
          <ac:spMkLst>
            <pc:docMk/>
            <pc:sldMk cId="2014447984" sldId="268"/>
            <ac:spMk id="4" creationId="{00000000-0000-0000-0000-000000000000}"/>
          </ac:spMkLst>
        </pc:spChg>
        <pc:spChg chg="del">
          <ac:chgData name="Si Xiaolong" userId="4942d129721894d1" providerId="LiveId" clId="{6EAB9D37-865E-4A85-8014-D96199BC76B0}" dt="2019-11-05T02:45:35.214" v="4"/>
          <ac:spMkLst>
            <pc:docMk/>
            <pc:sldMk cId="2014447984" sldId="268"/>
            <ac:spMk id="5" creationId="{00000000-0000-0000-0000-000000000000}"/>
          </ac:spMkLst>
        </pc:spChg>
      </pc:sldChg>
      <pc:sldChg chg="delSp modAnim">
        <pc:chgData name="Si Xiaolong" userId="4942d129721894d1" providerId="LiveId" clId="{6EAB9D37-865E-4A85-8014-D96199BC76B0}" dt="2019-11-05T02:47:45.721" v="5"/>
        <pc:sldMkLst>
          <pc:docMk/>
          <pc:sldMk cId="2532603872" sldId="269"/>
        </pc:sldMkLst>
        <pc:spChg chg="del">
          <ac:chgData name="Si Xiaolong" userId="4942d129721894d1" providerId="LiveId" clId="{6EAB9D37-865E-4A85-8014-D96199BC76B0}" dt="2019-11-05T02:47:45.721" v="5"/>
          <ac:spMkLst>
            <pc:docMk/>
            <pc:sldMk cId="2532603872" sldId="269"/>
            <ac:spMk id="4" creationId="{00000000-0000-0000-0000-000000000000}"/>
          </ac:spMkLst>
        </pc:spChg>
      </pc:sldChg>
      <pc:sldChg chg="delSp modAnim">
        <pc:chgData name="Si Xiaolong" userId="4942d129721894d1" providerId="LiveId" clId="{6EAB9D37-865E-4A85-8014-D96199BC76B0}" dt="2019-11-05T02:59:06.329" v="6"/>
        <pc:sldMkLst>
          <pc:docMk/>
          <pc:sldMk cId="469225646" sldId="270"/>
        </pc:sldMkLst>
        <pc:spChg chg="del">
          <ac:chgData name="Si Xiaolong" userId="4942d129721894d1" providerId="LiveId" clId="{6EAB9D37-865E-4A85-8014-D96199BC76B0}" dt="2019-11-05T02:59:06.329" v="6"/>
          <ac:spMkLst>
            <pc:docMk/>
            <pc:sldMk cId="469225646" sldId="270"/>
            <ac:spMk id="4" creationId="{00000000-0000-0000-0000-000000000000}"/>
          </ac:spMkLst>
        </pc:spChg>
      </pc:sldChg>
      <pc:sldChg chg="delSp modAnim">
        <pc:chgData name="Si Xiaolong" userId="4942d129721894d1" providerId="LiveId" clId="{6EAB9D37-865E-4A85-8014-D96199BC76B0}" dt="2019-11-05T03:05:37.777" v="7"/>
        <pc:sldMkLst>
          <pc:docMk/>
          <pc:sldMk cId="2651306371" sldId="271"/>
        </pc:sldMkLst>
        <pc:spChg chg="del">
          <ac:chgData name="Si Xiaolong" userId="4942d129721894d1" providerId="LiveId" clId="{6EAB9D37-865E-4A85-8014-D96199BC76B0}" dt="2019-11-05T03:05:37.777" v="7"/>
          <ac:spMkLst>
            <pc:docMk/>
            <pc:sldMk cId="2651306371" sldId="271"/>
            <ac:spMk id="4" creationId="{00000000-0000-0000-0000-000000000000}"/>
          </ac:spMkLst>
        </pc:spChg>
      </pc:sldChg>
      <pc:sldChg chg="delSp modAnim">
        <pc:chgData name="Si Xiaolong" userId="4942d129721894d1" providerId="LiveId" clId="{6EAB9D37-865E-4A85-8014-D96199BC76B0}" dt="2019-11-05T03:05:43.646" v="8"/>
        <pc:sldMkLst>
          <pc:docMk/>
          <pc:sldMk cId="2237233380" sldId="272"/>
        </pc:sldMkLst>
        <pc:spChg chg="del">
          <ac:chgData name="Si Xiaolong" userId="4942d129721894d1" providerId="LiveId" clId="{6EAB9D37-865E-4A85-8014-D96199BC76B0}" dt="2019-11-05T03:05:43.646" v="8"/>
          <ac:spMkLst>
            <pc:docMk/>
            <pc:sldMk cId="2237233380" sldId="272"/>
            <ac:spMk id="4" creationId="{00000000-0000-0000-0000-000000000000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10.emf"/><Relationship Id="rId7" Type="http://schemas.openxmlformats.org/officeDocument/2006/relationships/image" Target="../media/image14.emf"/><Relationship Id="rId2" Type="http://schemas.openxmlformats.org/officeDocument/2006/relationships/image" Target="../media/image9.wmf"/><Relationship Id="rId1" Type="http://schemas.openxmlformats.org/officeDocument/2006/relationships/image" Target="../media/image7.wmf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10" Type="http://schemas.openxmlformats.org/officeDocument/2006/relationships/image" Target="../media/image8.wmf"/><Relationship Id="rId4" Type="http://schemas.openxmlformats.org/officeDocument/2006/relationships/image" Target="../media/image11.emf"/><Relationship Id="rId9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image" Target="../media/image3.wmf"/><Relationship Id="rId7" Type="http://schemas.openxmlformats.org/officeDocument/2006/relationships/image" Target="../media/image19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4.wmf"/><Relationship Id="rId9" Type="http://schemas.openxmlformats.org/officeDocument/2006/relationships/image" Target="../media/image21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image" Target="../media/image32.wmf"/><Relationship Id="rId3" Type="http://schemas.openxmlformats.org/officeDocument/2006/relationships/image" Target="../media/image24.wmf"/><Relationship Id="rId7" Type="http://schemas.openxmlformats.org/officeDocument/2006/relationships/image" Target="../media/image28.wmf"/><Relationship Id="rId12" Type="http://schemas.openxmlformats.org/officeDocument/2006/relationships/image" Target="../media/image31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11" Type="http://schemas.openxmlformats.org/officeDocument/2006/relationships/image" Target="../media/image30.wmf"/><Relationship Id="rId5" Type="http://schemas.openxmlformats.org/officeDocument/2006/relationships/image" Target="../media/image26.wmf"/><Relationship Id="rId10" Type="http://schemas.openxmlformats.org/officeDocument/2006/relationships/image" Target="../media/image6.wmf"/><Relationship Id="rId4" Type="http://schemas.openxmlformats.org/officeDocument/2006/relationships/image" Target="../media/image25.wmf"/><Relationship Id="rId9" Type="http://schemas.openxmlformats.org/officeDocument/2006/relationships/image" Target="../media/image5.wmf"/><Relationship Id="rId14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74CFAE-BF68-48BB-A4B0-F58504BBD327}" type="datetimeFigureOut">
              <a:rPr lang="zh-CN" altLang="en-US" smtClean="0"/>
              <a:t>2019/11/5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FAE6F-7590-4850-AB0A-8CB37FB2AF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65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5C8E1AED-52C9-496F-B914-2A6097CD0201}" type="slidenum">
              <a:rPr lang="en-US" altLang="zh-CN" sz="1300" b="0" smtClean="0">
                <a:ea typeface="宋体" panose="02010600030101010101" pitchFamily="2" charset="-122"/>
              </a:rPr>
              <a:pPr/>
              <a:t>2</a:t>
            </a:fld>
            <a:endParaRPr lang="en-US" altLang="zh-CN" sz="1300" b="0">
              <a:ea typeface="宋体" panose="02010600030101010101" pitchFamily="2" charset="-122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运行时，点击相片</a:t>
            </a:r>
            <a:r>
              <a:rPr lang="en-US" altLang="zh-CN"/>
              <a:t>, </a:t>
            </a:r>
            <a:r>
              <a:rPr lang="zh-CN" altLang="en-US"/>
              <a:t>或按钮</a:t>
            </a:r>
            <a:r>
              <a:rPr lang="zh-CN" altLang="en-US">
                <a:latin typeface="Arial" panose="020B0604020202020204" pitchFamily="34" charset="0"/>
              </a:rPr>
              <a:t>“</a:t>
            </a:r>
            <a:r>
              <a:rPr lang="zh-CN" altLang="en-US"/>
              <a:t>洛必达</a:t>
            </a:r>
            <a:r>
              <a:rPr lang="zh-CN" altLang="en-US">
                <a:latin typeface="Arial" panose="020B0604020202020204" pitchFamily="34" charset="0"/>
              </a:rPr>
              <a:t>”</a:t>
            </a:r>
            <a:r>
              <a:rPr lang="en-US" altLang="zh-CN"/>
              <a:t>, </a:t>
            </a:r>
            <a:r>
              <a:rPr lang="zh-CN" altLang="en-US"/>
              <a:t>或 </a:t>
            </a:r>
            <a:r>
              <a:rPr lang="zh-CN" altLang="en-US">
                <a:latin typeface="Arial" panose="020B0604020202020204" pitchFamily="34" charset="0"/>
              </a:rPr>
              <a:t>“</a:t>
            </a:r>
            <a:r>
              <a:rPr lang="zh-CN" altLang="en-US"/>
              <a:t>洛必达法则</a:t>
            </a:r>
            <a:r>
              <a:rPr lang="zh-CN" altLang="en-US">
                <a:latin typeface="Arial" panose="020B0604020202020204" pitchFamily="34" charset="0"/>
              </a:rPr>
              <a:t>”</a:t>
            </a:r>
            <a:r>
              <a:rPr lang="zh-CN" altLang="en-US"/>
              <a:t> ，可显示洛必达简介，并自动返回。</a:t>
            </a:r>
          </a:p>
        </p:txBody>
      </p:sp>
    </p:spTree>
    <p:extLst>
      <p:ext uri="{BB962C8B-B14F-4D97-AF65-F5344CB8AC3E}">
        <p14:creationId xmlns:p14="http://schemas.microsoft.com/office/powerpoint/2010/main" val="388579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75ACC-717E-491C-9058-FD0D52431BAD}" type="datetimeFigureOut">
              <a:rPr lang="zh-CN" altLang="en-US" smtClean="0"/>
              <a:t>2019/11/5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9B19-5B91-4945-B474-B469CB22D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477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75ACC-717E-491C-9058-FD0D52431BAD}" type="datetimeFigureOut">
              <a:rPr lang="zh-CN" altLang="en-US" smtClean="0"/>
              <a:t>2019/11/5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9B19-5B91-4945-B474-B469CB22D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0638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75ACC-717E-491C-9058-FD0D52431BAD}" type="datetimeFigureOut">
              <a:rPr lang="zh-CN" altLang="en-US" smtClean="0"/>
              <a:t>2019/11/5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9B19-5B91-4945-B474-B469CB22D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340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75ACC-717E-491C-9058-FD0D52431BAD}" type="datetimeFigureOut">
              <a:rPr lang="zh-CN" altLang="en-US" smtClean="0"/>
              <a:t>2019/11/5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9B19-5B91-4945-B474-B469CB22D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646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75ACC-717E-491C-9058-FD0D52431BAD}" type="datetimeFigureOut">
              <a:rPr lang="zh-CN" altLang="en-US" smtClean="0"/>
              <a:t>2019/11/5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9B19-5B91-4945-B474-B469CB22D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66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75ACC-717E-491C-9058-FD0D52431BAD}" type="datetimeFigureOut">
              <a:rPr lang="zh-CN" altLang="en-US" smtClean="0"/>
              <a:t>2019/11/5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9B19-5B91-4945-B474-B469CB22D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5364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75ACC-717E-491C-9058-FD0D52431BAD}" type="datetimeFigureOut">
              <a:rPr lang="zh-CN" altLang="en-US" smtClean="0"/>
              <a:t>2019/11/5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9B19-5B91-4945-B474-B469CB22D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01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75ACC-717E-491C-9058-FD0D52431BAD}" type="datetimeFigureOut">
              <a:rPr lang="zh-CN" altLang="en-US" smtClean="0"/>
              <a:t>2019/11/5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9B19-5B91-4945-B474-B469CB22D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551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75ACC-717E-491C-9058-FD0D52431BAD}" type="datetimeFigureOut">
              <a:rPr lang="zh-CN" altLang="en-US" smtClean="0"/>
              <a:t>2019/11/5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9B19-5B91-4945-B474-B469CB22D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3785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75ACC-717E-491C-9058-FD0D52431BAD}" type="datetimeFigureOut">
              <a:rPr lang="zh-CN" altLang="en-US" smtClean="0"/>
              <a:t>2019/11/5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9B19-5B91-4945-B474-B469CB22D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605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75ACC-717E-491C-9058-FD0D52431BAD}" type="datetimeFigureOut">
              <a:rPr lang="zh-CN" altLang="en-US" smtClean="0"/>
              <a:t>2019/11/5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9B19-5B91-4945-B474-B469CB22D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90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89253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75ACC-717E-491C-9058-FD0D52431BAD}" type="datetimeFigureOut">
              <a:rPr lang="zh-CN" altLang="en-US" smtClean="0"/>
              <a:t>2019/11/5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A59B19-5B91-4945-B474-B469CB22DF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3399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wmf"/><Relationship Id="rId18" Type="http://schemas.openxmlformats.org/officeDocument/2006/relationships/oleObject" Target="../embeddings/oleObject8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7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7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5" Type="http://schemas.openxmlformats.org/officeDocument/2006/relationships/image" Target="../media/image6.w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8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6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12.emf"/><Relationship Id="rId18" Type="http://schemas.openxmlformats.org/officeDocument/2006/relationships/oleObject" Target="../embeddings/oleObject17.bin"/><Relationship Id="rId3" Type="http://schemas.openxmlformats.org/officeDocument/2006/relationships/oleObject" Target="../embeddings/oleObject9.bin"/><Relationship Id="rId21" Type="http://schemas.openxmlformats.org/officeDocument/2006/relationships/image" Target="../media/image16.wmf"/><Relationship Id="rId7" Type="http://schemas.openxmlformats.org/officeDocument/2006/relationships/oleObject" Target="../embeddings/oleObject11.bin"/><Relationship Id="rId12" Type="http://schemas.openxmlformats.org/officeDocument/2006/relationships/oleObject" Target="../embeddings/oleObject14.bin"/><Relationship Id="rId17" Type="http://schemas.openxmlformats.org/officeDocument/2006/relationships/image" Target="../media/image14.e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6.bin"/><Relationship Id="rId20" Type="http://schemas.openxmlformats.org/officeDocument/2006/relationships/oleObject" Target="../embeddings/oleObject18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11" Type="http://schemas.openxmlformats.org/officeDocument/2006/relationships/image" Target="../media/image11.emf"/><Relationship Id="rId24" Type="http://schemas.openxmlformats.org/officeDocument/2006/relationships/oleObject" Target="../embeddings/oleObject20.bin"/><Relationship Id="rId5" Type="http://schemas.openxmlformats.org/officeDocument/2006/relationships/oleObject" Target="../embeddings/oleObject10.bin"/><Relationship Id="rId15" Type="http://schemas.openxmlformats.org/officeDocument/2006/relationships/image" Target="../media/image13.emf"/><Relationship Id="rId23" Type="http://schemas.openxmlformats.org/officeDocument/2006/relationships/image" Target="../media/image8.wmf"/><Relationship Id="rId10" Type="http://schemas.openxmlformats.org/officeDocument/2006/relationships/oleObject" Target="../embeddings/oleObject13.bin"/><Relationship Id="rId19" Type="http://schemas.openxmlformats.org/officeDocument/2006/relationships/image" Target="../media/image15.wmf"/><Relationship Id="rId4" Type="http://schemas.openxmlformats.org/officeDocument/2006/relationships/image" Target="../media/image7.wmf"/><Relationship Id="rId9" Type="http://schemas.openxmlformats.org/officeDocument/2006/relationships/image" Target="../media/image10.emf"/><Relationship Id="rId14" Type="http://schemas.openxmlformats.org/officeDocument/2006/relationships/oleObject" Target="../embeddings/oleObject15.bin"/><Relationship Id="rId22" Type="http://schemas.openxmlformats.org/officeDocument/2006/relationships/oleObject" Target="../embeddings/oleObject19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26.bin"/><Relationship Id="rId18" Type="http://schemas.openxmlformats.org/officeDocument/2006/relationships/image" Target="../media/image20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17.wmf"/><Relationship Id="rId17" Type="http://schemas.openxmlformats.org/officeDocument/2006/relationships/oleObject" Target="../embeddings/oleObject28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19.wmf"/><Relationship Id="rId20" Type="http://schemas.openxmlformats.org/officeDocument/2006/relationships/image" Target="../media/image21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29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18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35.bin"/><Relationship Id="rId18" Type="http://schemas.openxmlformats.org/officeDocument/2006/relationships/image" Target="../media/image29.wmf"/><Relationship Id="rId26" Type="http://schemas.openxmlformats.org/officeDocument/2006/relationships/image" Target="../media/image31.wmf"/><Relationship Id="rId3" Type="http://schemas.openxmlformats.org/officeDocument/2006/relationships/oleObject" Target="../embeddings/oleObject30.bin"/><Relationship Id="rId21" Type="http://schemas.openxmlformats.org/officeDocument/2006/relationships/oleObject" Target="../embeddings/oleObject39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37.bin"/><Relationship Id="rId25" Type="http://schemas.openxmlformats.org/officeDocument/2006/relationships/oleObject" Target="../embeddings/oleObject41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8.wmf"/><Relationship Id="rId20" Type="http://schemas.openxmlformats.org/officeDocument/2006/relationships/image" Target="../media/image5.wmf"/><Relationship Id="rId29" Type="http://schemas.openxmlformats.org/officeDocument/2006/relationships/oleObject" Target="../embeddings/oleObject43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34.bin"/><Relationship Id="rId24" Type="http://schemas.openxmlformats.org/officeDocument/2006/relationships/image" Target="../media/image30.wmf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36.bin"/><Relationship Id="rId23" Type="http://schemas.openxmlformats.org/officeDocument/2006/relationships/oleObject" Target="../embeddings/oleObject40.bin"/><Relationship Id="rId28" Type="http://schemas.openxmlformats.org/officeDocument/2006/relationships/image" Target="../media/image32.wmf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38.bin"/><Relationship Id="rId4" Type="http://schemas.openxmlformats.org/officeDocument/2006/relationships/image" Target="../media/image22.w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27.wmf"/><Relationship Id="rId22" Type="http://schemas.openxmlformats.org/officeDocument/2006/relationships/image" Target="../media/image6.wmf"/><Relationship Id="rId27" Type="http://schemas.openxmlformats.org/officeDocument/2006/relationships/oleObject" Target="../embeddings/oleObject42.bin"/><Relationship Id="rId30" Type="http://schemas.openxmlformats.org/officeDocument/2006/relationships/image" Target="../media/image33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4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45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46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47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48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49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41.emf"/><Relationship Id="rId4" Type="http://schemas.openxmlformats.org/officeDocument/2006/relationships/oleObject" Target="../embeddings/oleObject50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41.emf"/><Relationship Id="rId4" Type="http://schemas.openxmlformats.org/officeDocument/2006/relationships/oleObject" Target="../embeddings/oleObject5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41.emf"/><Relationship Id="rId4" Type="http://schemas.openxmlformats.org/officeDocument/2006/relationships/oleObject" Target="../embeddings/oleObject52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41.emf"/><Relationship Id="rId4" Type="http://schemas.openxmlformats.org/officeDocument/2006/relationships/oleObject" Target="../embeddings/oleObject53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41.emf"/><Relationship Id="rId4" Type="http://schemas.openxmlformats.org/officeDocument/2006/relationships/oleObject" Target="../embeddings/oleObject54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41.emf"/><Relationship Id="rId4" Type="http://schemas.openxmlformats.org/officeDocument/2006/relationships/oleObject" Target="../embeddings/oleObject5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501254" y="2511188"/>
            <a:ext cx="93760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b="1" dirty="0"/>
              <a:t>中值定理证明训练题</a:t>
            </a:r>
          </a:p>
        </p:txBody>
      </p:sp>
    </p:spTree>
    <p:extLst>
      <p:ext uri="{BB962C8B-B14F-4D97-AF65-F5344CB8AC3E}">
        <p14:creationId xmlns:p14="http://schemas.microsoft.com/office/powerpoint/2010/main" val="1575476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2" name="Text Box 18"/>
          <p:cNvSpPr txBox="1">
            <a:spLocks noChangeArrowheads="1"/>
          </p:cNvSpPr>
          <p:nvPr/>
        </p:nvSpPr>
        <p:spPr bwMode="auto">
          <a:xfrm>
            <a:off x="4411762" y="495832"/>
            <a:ext cx="4145687" cy="76944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kumimoji="1" lang="zh-CN" altLang="en-US" sz="4400" dirty="0">
                <a:ea typeface="宋体" panose="02010600030101010101" pitchFamily="2" charset="-122"/>
              </a:rPr>
              <a:t>罗尔定理证明题</a:t>
            </a:r>
            <a:endParaRPr kumimoji="1" lang="en-US" altLang="zh-CN" sz="4400" dirty="0">
              <a:ea typeface="宋体" panose="02010600030101010101" pitchFamily="2" charset="-122"/>
            </a:endParaRPr>
          </a:p>
        </p:txBody>
      </p:sp>
      <p:sp>
        <p:nvSpPr>
          <p:cNvPr id="38" name="Rectangle 49"/>
          <p:cNvSpPr txBox="1">
            <a:spLocks noChangeArrowheads="1"/>
          </p:cNvSpPr>
          <p:nvPr/>
        </p:nvSpPr>
        <p:spPr bwMode="auto">
          <a:xfrm>
            <a:off x="2363456" y="2769974"/>
            <a:ext cx="1447800" cy="5334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altLang="zh-CN" sz="2800" kern="0" dirty="0">
                <a:latin typeface="宋体" pitchFamily="2" charset="-122"/>
                <a:ea typeface="+mj-ea"/>
                <a:cs typeface="+mj-cs"/>
              </a:rPr>
              <a:t> 2</a:t>
            </a:r>
            <a:r>
              <a:rPr lang="zh-CN" altLang="en-US" sz="2800" kern="0" dirty="0">
                <a:latin typeface="宋体" pitchFamily="2" charset="-122"/>
                <a:ea typeface="+mj-ea"/>
                <a:cs typeface="+mj-cs"/>
              </a:rPr>
              <a:t>、设</a:t>
            </a:r>
          </a:p>
        </p:txBody>
      </p:sp>
      <p:sp>
        <p:nvSpPr>
          <p:cNvPr id="5124" name="Text Box 51"/>
          <p:cNvSpPr txBox="1">
            <a:spLocks noChangeArrowheads="1"/>
          </p:cNvSpPr>
          <p:nvPr/>
        </p:nvSpPr>
        <p:spPr bwMode="auto">
          <a:xfrm>
            <a:off x="5948032" y="2769975"/>
            <a:ext cx="1323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且在</a:t>
            </a:r>
          </a:p>
        </p:txBody>
      </p:sp>
      <p:sp>
        <p:nvSpPr>
          <p:cNvPr id="5125" name="Text Box 53"/>
          <p:cNvSpPr txBox="1">
            <a:spLocks noChangeArrowheads="1"/>
          </p:cNvSpPr>
          <p:nvPr/>
        </p:nvSpPr>
        <p:spPr bwMode="auto">
          <a:xfrm>
            <a:off x="7495844" y="2733462"/>
            <a:ext cx="3579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内可导</a:t>
            </a:r>
            <a:r>
              <a:rPr kumimoji="1"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证明</a:t>
            </a:r>
          </a:p>
        </p:txBody>
      </p:sp>
      <p:sp>
        <p:nvSpPr>
          <p:cNvPr id="5126" name="Text Box 54"/>
          <p:cNvSpPr txBox="1">
            <a:spLocks noChangeArrowheads="1"/>
          </p:cNvSpPr>
          <p:nvPr/>
        </p:nvSpPr>
        <p:spPr bwMode="auto">
          <a:xfrm>
            <a:off x="2420607" y="3382750"/>
            <a:ext cx="28082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至少存在一点</a:t>
            </a:r>
          </a:p>
        </p:txBody>
      </p:sp>
      <p:sp>
        <p:nvSpPr>
          <p:cNvPr id="5127" name="Text Box 56"/>
          <p:cNvSpPr txBox="1">
            <a:spLocks noChangeArrowheads="1"/>
          </p:cNvSpPr>
          <p:nvPr/>
        </p:nvSpPr>
        <p:spPr bwMode="auto">
          <a:xfrm>
            <a:off x="6452856" y="3346237"/>
            <a:ext cx="882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使</a:t>
            </a:r>
          </a:p>
        </p:txBody>
      </p:sp>
      <p:graphicFrame>
        <p:nvGraphicFramePr>
          <p:cNvPr id="5128" name="Object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9727469"/>
              </p:ext>
            </p:extLst>
          </p:nvPr>
        </p:nvGraphicFramePr>
        <p:xfrm>
          <a:off x="3608056" y="2877924"/>
          <a:ext cx="2349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4" imgW="2349500" imgH="393700" progId="Equation.DSMT4">
                  <p:embed/>
                </p:oleObj>
              </mc:Choice>
              <mc:Fallback>
                <p:oleObj name="Equation" r:id="rId4" imgW="2349500" imgH="393700" progId="Equation.DSMT4">
                  <p:embed/>
                  <p:pic>
                    <p:nvPicPr>
                      <p:cNvPr id="5128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8056" y="2877924"/>
                        <a:ext cx="2349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9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7647931"/>
              </p:ext>
            </p:extLst>
          </p:nvPr>
        </p:nvGraphicFramePr>
        <p:xfrm>
          <a:off x="6776706" y="2877924"/>
          <a:ext cx="939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6" imgW="939392" imgH="393529" progId="Equation.DSMT4">
                  <p:embed/>
                </p:oleObj>
              </mc:Choice>
              <mc:Fallback>
                <p:oleObj name="Equation" r:id="rId6" imgW="939392" imgH="393529" progId="Equation.DSMT4">
                  <p:embed/>
                  <p:pic>
                    <p:nvPicPr>
                      <p:cNvPr id="5129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6706" y="2877924"/>
                        <a:ext cx="939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1648813"/>
              </p:ext>
            </p:extLst>
          </p:nvPr>
        </p:nvGraphicFramePr>
        <p:xfrm>
          <a:off x="4795506" y="3490699"/>
          <a:ext cx="1587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8" imgW="1586811" imgH="393529" progId="Equation.DSMT4">
                  <p:embed/>
                </p:oleObj>
              </mc:Choice>
              <mc:Fallback>
                <p:oleObj name="Equation" r:id="rId8" imgW="1586811" imgH="393529" progId="Equation.DSMT4">
                  <p:embed/>
                  <p:pic>
                    <p:nvPicPr>
                      <p:cNvPr id="513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506" y="3490699"/>
                        <a:ext cx="1587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1" name="Object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844650"/>
              </p:ext>
            </p:extLst>
          </p:nvPr>
        </p:nvGraphicFramePr>
        <p:xfrm>
          <a:off x="6956093" y="3454187"/>
          <a:ext cx="2984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10" imgW="2984500" imgH="406400" progId="Equation.DSMT4">
                  <p:embed/>
                </p:oleObj>
              </mc:Choice>
              <mc:Fallback>
                <p:oleObj name="Equation" r:id="rId10" imgW="2984500" imgH="406400" progId="Equation.DSMT4">
                  <p:embed/>
                  <p:pic>
                    <p:nvPicPr>
                      <p:cNvPr id="5131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6093" y="3454187"/>
                        <a:ext cx="2984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2" name="Rectangle 31"/>
          <p:cNvSpPr>
            <a:spLocks noGrp="1" noChangeArrowheads="1"/>
          </p:cNvSpPr>
          <p:nvPr>
            <p:ph type="title"/>
          </p:nvPr>
        </p:nvSpPr>
        <p:spPr bwMode="auto">
          <a:xfrm>
            <a:off x="2268206" y="4295562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l" eaLnBrk="1" hangingPunct="1"/>
            <a:r>
              <a:rPr lang="en-US" altLang="zh-CN" sz="2800"/>
              <a:t>   3  </a:t>
            </a:r>
            <a:r>
              <a:rPr lang="zh-CN" altLang="en-US" sz="2800"/>
              <a:t>若</a:t>
            </a:r>
          </a:p>
        </p:txBody>
      </p:sp>
      <p:graphicFrame>
        <p:nvGraphicFramePr>
          <p:cNvPr id="5133" name="Object 2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615747108"/>
              </p:ext>
            </p:extLst>
          </p:nvPr>
        </p:nvGraphicFramePr>
        <p:xfrm>
          <a:off x="3368343" y="4411449"/>
          <a:ext cx="774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12" imgW="774364" imgH="393529" progId="Equation.DSMT4">
                  <p:embed/>
                </p:oleObj>
              </mc:Choice>
              <mc:Fallback>
                <p:oleObj name="Equation" r:id="rId12" imgW="774364" imgH="393529" progId="Equation.DSMT4">
                  <p:embed/>
                  <p:pic>
                    <p:nvPicPr>
                      <p:cNvPr id="5133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8343" y="4411449"/>
                        <a:ext cx="774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4" name="Text Box 33"/>
          <p:cNvSpPr txBox="1">
            <a:spLocks noChangeArrowheads="1"/>
          </p:cNvSpPr>
          <p:nvPr/>
        </p:nvSpPr>
        <p:spPr bwMode="auto">
          <a:xfrm>
            <a:off x="4160506" y="4338425"/>
            <a:ext cx="548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2"/>
                </a:solidFill>
                <a:ea typeface="宋体" panose="02010600030101010101" pitchFamily="2" charset="-122"/>
              </a:rPr>
              <a:t>可导</a:t>
            </a:r>
            <a:r>
              <a:rPr lang="en-US" altLang="zh-CN" sz="2800">
                <a:solidFill>
                  <a:schemeClr val="tx2"/>
                </a:solidFill>
                <a:ea typeface="宋体" panose="02010600030101010101" pitchFamily="2" charset="-122"/>
              </a:rPr>
              <a:t>, </a:t>
            </a:r>
            <a:r>
              <a:rPr lang="zh-CN" altLang="en-US" sz="2800">
                <a:solidFill>
                  <a:schemeClr val="tx2"/>
                </a:solidFill>
                <a:ea typeface="宋体" panose="02010600030101010101" pitchFamily="2" charset="-122"/>
              </a:rPr>
              <a:t>试证在其两个零点间一定有</a:t>
            </a:r>
          </a:p>
        </p:txBody>
      </p:sp>
      <p:sp>
        <p:nvSpPr>
          <p:cNvPr id="5135" name="Text Box 35"/>
          <p:cNvSpPr txBox="1">
            <a:spLocks noChangeArrowheads="1"/>
          </p:cNvSpPr>
          <p:nvPr/>
        </p:nvSpPr>
        <p:spPr bwMode="auto">
          <a:xfrm>
            <a:off x="4916156" y="4806737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solidFill>
                  <a:schemeClr val="tx2"/>
                </a:solidFill>
                <a:ea typeface="宋体" panose="02010600030101010101" pitchFamily="2" charset="-122"/>
              </a:rPr>
              <a:t>的零点</a:t>
            </a:r>
            <a:r>
              <a:rPr lang="en-US" altLang="zh-CN" sz="2800">
                <a:solidFill>
                  <a:schemeClr val="tx2"/>
                </a:solidFill>
                <a:ea typeface="宋体" panose="02010600030101010101" pitchFamily="2" charset="-122"/>
              </a:rPr>
              <a:t>.</a:t>
            </a:r>
            <a:r>
              <a:rPr kumimoji="1" lang="en-US" altLang="zh-CN" sz="2800" b="0"/>
              <a:t>   </a:t>
            </a:r>
            <a:endParaRPr kumimoji="1" lang="en-US" altLang="zh-CN" sz="2800">
              <a:solidFill>
                <a:schemeClr val="accent2"/>
              </a:solidFill>
            </a:endParaRPr>
          </a:p>
        </p:txBody>
      </p:sp>
      <p:graphicFrame>
        <p:nvGraphicFramePr>
          <p:cNvPr id="5136" name="Object 38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991727164"/>
              </p:ext>
            </p:extLst>
          </p:nvPr>
        </p:nvGraphicFramePr>
        <p:xfrm>
          <a:off x="3007981" y="4914687"/>
          <a:ext cx="1981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14" imgW="1981200" imgH="406400" progId="Equation.DSMT4">
                  <p:embed/>
                </p:oleObj>
              </mc:Choice>
              <mc:Fallback>
                <p:oleObj name="Equation" r:id="rId14" imgW="1981200" imgH="406400" progId="Equation.DSMT4">
                  <p:embed/>
                  <p:pic>
                    <p:nvPicPr>
                      <p:cNvPr id="5136" name="Object 3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7981" y="4914687"/>
                        <a:ext cx="1981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2"/>
          <p:cNvSpPr txBox="1">
            <a:spLocks noChangeArrowheads="1"/>
          </p:cNvSpPr>
          <p:nvPr/>
        </p:nvSpPr>
        <p:spPr>
          <a:xfrm>
            <a:off x="2363456" y="1777787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defRPr/>
            </a:pPr>
            <a:r>
              <a:rPr kumimoji="1" lang="en-US" altLang="zh-CN" sz="2800" kern="0" dirty="0"/>
              <a:t>1</a:t>
            </a:r>
            <a:r>
              <a:rPr kumimoji="1" lang="zh-CN" altLang="en-US" sz="2800" kern="0" dirty="0"/>
              <a:t>、试证至少存在一点</a:t>
            </a:r>
          </a:p>
        </p:txBody>
      </p:sp>
      <p:graphicFrame>
        <p:nvGraphicFramePr>
          <p:cNvPr id="5138" name="Object 55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764626159"/>
              </p:ext>
            </p:extLst>
          </p:nvPr>
        </p:nvGraphicFramePr>
        <p:xfrm>
          <a:off x="5830556" y="1858749"/>
          <a:ext cx="1308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16" imgW="1307532" imgH="393529" progId="Equation.DSMT4">
                  <p:embed/>
                </p:oleObj>
              </mc:Choice>
              <mc:Fallback>
                <p:oleObj name="Equation" r:id="rId16" imgW="1307532" imgH="393529" progId="Equation.DSMT4">
                  <p:embed/>
                  <p:pic>
                    <p:nvPicPr>
                      <p:cNvPr id="5138" name="Object 5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0556" y="1858749"/>
                        <a:ext cx="1308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9" name="Text Box 4"/>
          <p:cNvSpPr txBox="1">
            <a:spLocks noChangeArrowheads="1"/>
          </p:cNvSpPr>
          <p:nvPr/>
        </p:nvSpPr>
        <p:spPr bwMode="auto">
          <a:xfrm>
            <a:off x="7198981" y="1750800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ea typeface="宋体" panose="02010600030101010101" pitchFamily="2" charset="-122"/>
              </a:rPr>
              <a:t>使</a:t>
            </a:r>
          </a:p>
        </p:txBody>
      </p:sp>
      <p:graphicFrame>
        <p:nvGraphicFramePr>
          <p:cNvPr id="514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7524253"/>
              </p:ext>
            </p:extLst>
          </p:nvPr>
        </p:nvGraphicFramePr>
        <p:xfrm>
          <a:off x="7888228" y="1729318"/>
          <a:ext cx="2609578" cy="542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Equation" r:id="rId18" imgW="1282680" imgH="215640" progId="Equation.DSMT4">
                  <p:embed/>
                </p:oleObj>
              </mc:Choice>
              <mc:Fallback>
                <p:oleObj name="Equation" r:id="rId18" imgW="1282680" imgH="215640" progId="Equation.DSMT4">
                  <p:embed/>
                  <p:pic>
                    <p:nvPicPr>
                      <p:cNvPr id="514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8228" y="1729318"/>
                        <a:ext cx="2609578" cy="5428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11586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02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91"/>
          <p:cNvSpPr>
            <a:spLocks noChangeArrowheads="1"/>
          </p:cNvSpPr>
          <p:nvPr/>
        </p:nvSpPr>
        <p:spPr bwMode="auto">
          <a:xfrm>
            <a:off x="2100264" y="460376"/>
            <a:ext cx="8169151" cy="684213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99FF"/>
              </a:gs>
              <a:gs pos="100000">
                <a:schemeClr val="hlink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endParaRPr lang="zh-CN" altLang="zh-CN" sz="2600">
              <a:ea typeface="宋体" panose="02010600030101010101" pitchFamily="2" charset="-122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 sz="quarter"/>
          </p:nvPr>
        </p:nvSpPr>
        <p:spPr bwMode="auto">
          <a:xfrm>
            <a:off x="2239963" y="596900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l" eaLnBrk="1" hangingPunct="1"/>
            <a:r>
              <a:rPr kumimoji="1" lang="zh-CN" altLang="en-US" sz="2800" dirty="0"/>
              <a:t>试证至少存在一点</a:t>
            </a:r>
          </a:p>
        </p:txBody>
      </p:sp>
      <p:graphicFrame>
        <p:nvGraphicFramePr>
          <p:cNvPr id="13316" name="Object 55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5232400" y="692150"/>
          <a:ext cx="1308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1307532" imgH="393529" progId="Equation.DSMT4">
                  <p:embed/>
                </p:oleObj>
              </mc:Choice>
              <mc:Fallback>
                <p:oleObj name="Equation" r:id="rId3" imgW="1307532" imgH="393529" progId="Equation.DSMT4">
                  <p:embed/>
                  <p:pic>
                    <p:nvPicPr>
                      <p:cNvPr id="13316" name="Object 5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692150"/>
                        <a:ext cx="1308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10" name="Object 7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863976" y="4365626"/>
          <a:ext cx="4037013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5" imgW="4495800" imgH="901700" progId="Equation.DSMT4">
                  <p:embed/>
                </p:oleObj>
              </mc:Choice>
              <mc:Fallback>
                <p:oleObj name="Equation" r:id="rId5" imgW="4495800" imgH="901700" progId="Equation.DSMT4">
                  <p:embed/>
                  <p:pic>
                    <p:nvPicPr>
                      <p:cNvPr id="40010" name="Object 7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976" y="4365626"/>
                        <a:ext cx="4037013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12" name="Object 7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043363" y="3789363"/>
          <a:ext cx="1308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7" imgW="1307532" imgH="393529" progId="Equation.DSMT4">
                  <p:embed/>
                </p:oleObj>
              </mc:Choice>
              <mc:Fallback>
                <p:oleObj name="Equation" r:id="rId7" imgW="1307532" imgH="393529" progId="Equation.DSMT4">
                  <p:embed/>
                  <p:pic>
                    <p:nvPicPr>
                      <p:cNvPr id="40012" name="Object 7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3363" y="3789363"/>
                        <a:ext cx="1308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Text Box 4"/>
          <p:cNvSpPr txBox="1">
            <a:spLocks noChangeArrowheads="1"/>
          </p:cNvSpPr>
          <p:nvPr/>
        </p:nvSpPr>
        <p:spPr bwMode="auto">
          <a:xfrm>
            <a:off x="6600825" y="584201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ea typeface="宋体" panose="02010600030101010101" pitchFamily="2" charset="-122"/>
              </a:rPr>
              <a:t>使</a:t>
            </a:r>
          </a:p>
        </p:txBody>
      </p:sp>
      <p:sp>
        <p:nvSpPr>
          <p:cNvPr id="39942" name="Text Box 6"/>
          <p:cNvSpPr txBox="1">
            <a:spLocks noChangeArrowheads="1"/>
          </p:cNvSpPr>
          <p:nvPr/>
        </p:nvSpPr>
        <p:spPr bwMode="auto">
          <a:xfrm>
            <a:off x="2801938" y="1525588"/>
            <a:ext cx="1320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ea typeface="宋体" panose="02010600030101010101" pitchFamily="2" charset="-122"/>
              </a:rPr>
              <a:t>令</a:t>
            </a:r>
          </a:p>
        </p:txBody>
      </p:sp>
      <p:sp>
        <p:nvSpPr>
          <p:cNvPr id="39944" name="Text Box 8"/>
          <p:cNvSpPr txBox="1">
            <a:spLocks noChangeArrowheads="1"/>
          </p:cNvSpPr>
          <p:nvPr/>
        </p:nvSpPr>
        <p:spPr bwMode="auto">
          <a:xfrm>
            <a:off x="2387600" y="3105151"/>
            <a:ext cx="701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ea typeface="宋体" panose="02010600030101010101" pitchFamily="2" charset="-122"/>
              </a:rPr>
              <a:t>则</a:t>
            </a:r>
            <a:r>
              <a:rPr lang="zh-CN" altLang="en-US" sz="2800"/>
              <a:t> </a:t>
            </a:r>
            <a:r>
              <a:rPr lang="en-US" altLang="zh-CN" sz="2800" i="1"/>
              <a:t>f </a:t>
            </a:r>
            <a:r>
              <a:rPr lang="en-US" altLang="zh-CN" sz="2800"/>
              <a:t>(</a:t>
            </a:r>
            <a:r>
              <a:rPr lang="en-US" altLang="zh-CN" sz="2800" i="1"/>
              <a:t>x</a:t>
            </a:r>
            <a:r>
              <a:rPr lang="en-US" altLang="zh-CN" sz="2800"/>
              <a:t>) </a:t>
            </a:r>
            <a:r>
              <a:rPr lang="zh-CN" altLang="en-US" sz="2800"/>
              <a:t>在 </a:t>
            </a:r>
            <a:r>
              <a:rPr lang="en-US" altLang="zh-CN" sz="2800"/>
              <a:t>[ 1 , </a:t>
            </a:r>
            <a:r>
              <a:rPr lang="en-US" altLang="zh-CN" sz="2800" i="1"/>
              <a:t>e</a:t>
            </a:r>
            <a:r>
              <a:rPr lang="en-US" altLang="zh-CN" sz="2800"/>
              <a:t> ] </a:t>
            </a:r>
            <a:r>
              <a:rPr lang="zh-CN" altLang="en-US" sz="2800">
                <a:ea typeface="宋体" panose="02010600030101010101" pitchFamily="2" charset="-122"/>
              </a:rPr>
              <a:t>上满足罗尔中值定理条件</a:t>
            </a:r>
            <a:r>
              <a:rPr lang="en-US" altLang="zh-CN" sz="2800">
                <a:ea typeface="宋体" panose="02010600030101010101" pitchFamily="2" charset="-122"/>
              </a:rPr>
              <a:t>,</a:t>
            </a:r>
          </a:p>
        </p:txBody>
      </p:sp>
      <p:sp>
        <p:nvSpPr>
          <p:cNvPr id="39946" name="Text Box 10"/>
          <p:cNvSpPr txBox="1">
            <a:spLocks noChangeArrowheads="1"/>
          </p:cNvSpPr>
          <p:nvPr/>
        </p:nvSpPr>
        <p:spPr bwMode="auto">
          <a:xfrm>
            <a:off x="5448300" y="3681413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ea typeface="宋体" panose="02010600030101010101" pitchFamily="2" charset="-122"/>
              </a:rPr>
              <a:t>使</a:t>
            </a:r>
          </a:p>
        </p:txBody>
      </p:sp>
      <p:graphicFrame>
        <p:nvGraphicFramePr>
          <p:cNvPr id="3994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8011769"/>
              </p:ext>
            </p:extLst>
          </p:nvPr>
        </p:nvGraphicFramePr>
        <p:xfrm>
          <a:off x="5481638" y="2433638"/>
          <a:ext cx="1092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8" imgW="1000043" imgH="209601" progId="Equation.DSMT4">
                  <p:embed/>
                </p:oleObj>
              </mc:Choice>
              <mc:Fallback>
                <p:oleObj name="Equation" r:id="rId8" imgW="1000043" imgH="209601" progId="Equation.DSMT4">
                  <p:embed/>
                  <p:pic>
                    <p:nvPicPr>
                      <p:cNvPr id="3994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1638" y="2433638"/>
                        <a:ext cx="10922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0" name="Object 14"/>
          <p:cNvGraphicFramePr>
            <a:graphicFrameLocks noChangeAspect="1"/>
          </p:cNvGraphicFramePr>
          <p:nvPr/>
        </p:nvGraphicFramePr>
        <p:xfrm>
          <a:off x="6584950" y="2427288"/>
          <a:ext cx="1054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公式" r:id="rId10" imgW="961842" imgH="219077" progId="Equation.3">
                  <p:embed/>
                </p:oleObj>
              </mc:Choice>
              <mc:Fallback>
                <p:oleObj name="公式" r:id="rId10" imgW="961842" imgH="219077" progId="Equation.3">
                  <p:embed/>
                  <p:pic>
                    <p:nvPicPr>
                      <p:cNvPr id="3995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4950" y="2427288"/>
                        <a:ext cx="1054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7915004"/>
              </p:ext>
            </p:extLst>
          </p:nvPr>
        </p:nvGraphicFramePr>
        <p:xfrm>
          <a:off x="7667625" y="2185988"/>
          <a:ext cx="279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Equation" r:id="rId12" imgW="180794" imgH="742891" progId="Equation.DSMT4">
                  <p:embed/>
                </p:oleObj>
              </mc:Choice>
              <mc:Fallback>
                <p:oleObj name="Equation" r:id="rId12" imgW="180794" imgH="742891" progId="Equation.DSMT4">
                  <p:embed/>
                  <p:pic>
                    <p:nvPicPr>
                      <p:cNvPr id="3995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2185988"/>
                        <a:ext cx="279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3" name="Text Box 17"/>
          <p:cNvSpPr txBox="1">
            <a:spLocks noChangeArrowheads="1"/>
          </p:cNvSpPr>
          <p:nvPr/>
        </p:nvSpPr>
        <p:spPr bwMode="auto">
          <a:xfrm>
            <a:off x="2362200" y="3716338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ea typeface="宋体" panose="02010600030101010101" pitchFamily="2" charset="-122"/>
              </a:rPr>
              <a:t>因此存在</a:t>
            </a:r>
          </a:p>
        </p:txBody>
      </p:sp>
      <p:graphicFrame>
        <p:nvGraphicFramePr>
          <p:cNvPr id="39956" name="Object 20"/>
          <p:cNvGraphicFramePr>
            <a:graphicFrameLocks noChangeAspect="1"/>
          </p:cNvGraphicFramePr>
          <p:nvPr/>
        </p:nvGraphicFramePr>
        <p:xfrm>
          <a:off x="5556250" y="1557338"/>
          <a:ext cx="1663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公式" r:id="rId14" imgW="1571550" imgH="219077" progId="Equation.3">
                  <p:embed/>
                </p:oleObj>
              </mc:Choice>
              <mc:Fallback>
                <p:oleObj name="公式" r:id="rId14" imgW="1571550" imgH="219077" progId="Equation.3">
                  <p:embed/>
                  <p:pic>
                    <p:nvPicPr>
                      <p:cNvPr id="3995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250" y="1557338"/>
                        <a:ext cx="16637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004" name="Text Box 68"/>
          <p:cNvSpPr txBox="1">
            <a:spLocks noChangeArrowheads="1"/>
          </p:cNvSpPr>
          <p:nvPr/>
        </p:nvSpPr>
        <p:spPr bwMode="auto">
          <a:xfrm>
            <a:off x="2459038" y="5229226"/>
            <a:ext cx="684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ea typeface="宋体" panose="02010600030101010101" pitchFamily="2" charset="-122"/>
              </a:rPr>
              <a:t>即</a:t>
            </a:r>
          </a:p>
        </p:txBody>
      </p:sp>
      <p:graphicFrame>
        <p:nvGraphicFramePr>
          <p:cNvPr id="40014" name="Object 78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3467100" y="5300663"/>
          <a:ext cx="2044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16" imgW="1952807" imgH="314212" progId="Equation.DSMT4">
                  <p:embed/>
                </p:oleObj>
              </mc:Choice>
              <mc:Fallback>
                <p:oleObj name="Equation" r:id="rId16" imgW="1952807" imgH="314212" progId="Equation.DSMT4">
                  <p:embed/>
                  <p:pic>
                    <p:nvPicPr>
                      <p:cNvPr id="40014" name="Object 7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100" y="5300663"/>
                        <a:ext cx="2044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16" name="Object 80"/>
          <p:cNvGraphicFramePr>
            <a:graphicFrameLocks noChangeAspect="1"/>
          </p:cNvGraphicFramePr>
          <p:nvPr/>
        </p:nvGraphicFramePr>
        <p:xfrm>
          <a:off x="3795713" y="2457450"/>
          <a:ext cx="1155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Equation" r:id="rId18" imgW="1155199" imgH="406224" progId="Equation.DSMT4">
                  <p:embed/>
                </p:oleObj>
              </mc:Choice>
              <mc:Fallback>
                <p:oleObj name="Equation" r:id="rId18" imgW="1155199" imgH="406224" progId="Equation.DSMT4">
                  <p:embed/>
                  <p:pic>
                    <p:nvPicPr>
                      <p:cNvPr id="40016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5713" y="2457450"/>
                        <a:ext cx="1155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28" name="Object 92"/>
          <p:cNvGraphicFramePr>
            <a:graphicFrameLocks noChangeAspect="1"/>
          </p:cNvGraphicFramePr>
          <p:nvPr/>
        </p:nvGraphicFramePr>
        <p:xfrm>
          <a:off x="3395663" y="1592263"/>
          <a:ext cx="2171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公式" r:id="rId20" imgW="2171700" imgH="393700" progId="Equation.3">
                  <p:embed/>
                </p:oleObj>
              </mc:Choice>
              <mc:Fallback>
                <p:oleObj name="公式" r:id="rId20" imgW="2171700" imgH="393700" progId="Equation.3">
                  <p:embed/>
                  <p:pic>
                    <p:nvPicPr>
                      <p:cNvPr id="40028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5663" y="1592263"/>
                        <a:ext cx="2171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49"/>
          <p:cNvSpPr txBox="1">
            <a:spLocks noChangeArrowheads="1"/>
          </p:cNvSpPr>
          <p:nvPr/>
        </p:nvSpPr>
        <p:spPr bwMode="auto">
          <a:xfrm>
            <a:off x="1186457" y="498667"/>
            <a:ext cx="913807" cy="5334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zh-CN" altLang="en-US" sz="2800" kern="0" dirty="0">
                <a:latin typeface="宋体" pitchFamily="2" charset="-122"/>
                <a:ea typeface="+mj-ea"/>
                <a:cs typeface="+mj-cs"/>
              </a:rPr>
              <a:t>例</a:t>
            </a:r>
            <a:r>
              <a:rPr lang="en-US" altLang="zh-CN" sz="2800" kern="0" dirty="0">
                <a:latin typeface="宋体" pitchFamily="2" charset="-122"/>
                <a:ea typeface="+mj-ea"/>
                <a:cs typeface="+mj-cs"/>
              </a:rPr>
              <a:t>1</a:t>
            </a:r>
            <a:endParaRPr lang="zh-CN" altLang="en-US" sz="2800" kern="0" dirty="0">
              <a:latin typeface="宋体" pitchFamily="2" charset="-122"/>
              <a:ea typeface="+mj-ea"/>
              <a:cs typeface="+mj-cs"/>
            </a:endParaRPr>
          </a:p>
        </p:txBody>
      </p:sp>
      <p:graphicFrame>
        <p:nvGraphicFramePr>
          <p:cNvPr id="23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4953393"/>
              </p:ext>
            </p:extLst>
          </p:nvPr>
        </p:nvGraphicFramePr>
        <p:xfrm>
          <a:off x="7219950" y="544530"/>
          <a:ext cx="2609578" cy="542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22" imgW="1282680" imgH="215640" progId="Equation.DSMT4">
                  <p:embed/>
                </p:oleObj>
              </mc:Choice>
              <mc:Fallback>
                <p:oleObj name="Equation" r:id="rId22" imgW="1282680" imgH="215640" progId="Equation.DSMT4">
                  <p:embed/>
                  <p:pic>
                    <p:nvPicPr>
                      <p:cNvPr id="23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9950" y="544530"/>
                        <a:ext cx="2609578" cy="5428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146185"/>
              </p:ext>
            </p:extLst>
          </p:nvPr>
        </p:nvGraphicFramePr>
        <p:xfrm>
          <a:off x="5232400" y="2126457"/>
          <a:ext cx="279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Equation" r:id="rId24" imgW="180794" imgH="742891" progId="Equation.DSMT4">
                  <p:embed/>
                </p:oleObj>
              </mc:Choice>
              <mc:Fallback>
                <p:oleObj name="Equation" r:id="rId24" imgW="180794" imgH="742891" progId="Equation.DSMT4">
                  <p:embed/>
                  <p:pic>
                    <p:nvPicPr>
                      <p:cNvPr id="24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2126457"/>
                        <a:ext cx="279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75757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9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0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0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0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2" grpId="0"/>
      <p:bldP spid="39944" grpId="0"/>
      <p:bldP spid="39946" grpId="0"/>
      <p:bldP spid="3995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9"/>
          <p:cNvSpPr txBox="1">
            <a:spLocks noChangeArrowheads="1"/>
          </p:cNvSpPr>
          <p:nvPr/>
        </p:nvSpPr>
        <p:spPr bwMode="auto">
          <a:xfrm>
            <a:off x="2151063" y="333375"/>
            <a:ext cx="1447800" cy="5334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zh-CN" altLang="en-US" sz="2800" kern="0" dirty="0">
                <a:latin typeface="宋体" pitchFamily="2" charset="-122"/>
                <a:ea typeface="+mj-ea"/>
                <a:cs typeface="+mj-cs"/>
              </a:rPr>
              <a:t>例</a:t>
            </a:r>
            <a:r>
              <a:rPr lang="en-US" altLang="zh-CN" sz="2800" kern="0" dirty="0">
                <a:latin typeface="宋体" pitchFamily="2" charset="-122"/>
                <a:ea typeface="+mj-ea"/>
                <a:cs typeface="+mj-cs"/>
              </a:rPr>
              <a:t>2</a:t>
            </a:r>
            <a:r>
              <a:rPr lang="zh-CN" altLang="en-US" sz="2800" kern="0" dirty="0">
                <a:latin typeface="宋体" pitchFamily="2" charset="-122"/>
                <a:ea typeface="+mj-ea"/>
                <a:cs typeface="+mj-cs"/>
              </a:rPr>
              <a:t>、设</a:t>
            </a:r>
          </a:p>
        </p:txBody>
      </p:sp>
      <p:sp>
        <p:nvSpPr>
          <p:cNvPr id="14339" name="Text Box 51"/>
          <p:cNvSpPr txBox="1">
            <a:spLocks noChangeArrowheads="1"/>
          </p:cNvSpPr>
          <p:nvPr/>
        </p:nvSpPr>
        <p:spPr bwMode="auto">
          <a:xfrm>
            <a:off x="5735639" y="333376"/>
            <a:ext cx="1323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且在</a:t>
            </a:r>
          </a:p>
        </p:txBody>
      </p:sp>
      <p:sp>
        <p:nvSpPr>
          <p:cNvPr id="14340" name="Text Box 53"/>
          <p:cNvSpPr txBox="1">
            <a:spLocks noChangeArrowheads="1"/>
          </p:cNvSpPr>
          <p:nvPr/>
        </p:nvSpPr>
        <p:spPr bwMode="auto">
          <a:xfrm>
            <a:off x="7283451" y="296863"/>
            <a:ext cx="3579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内可导</a:t>
            </a: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证明</a:t>
            </a:r>
          </a:p>
        </p:txBody>
      </p:sp>
      <p:sp>
        <p:nvSpPr>
          <p:cNvPr id="14341" name="Text Box 54"/>
          <p:cNvSpPr txBox="1">
            <a:spLocks noChangeArrowheads="1"/>
          </p:cNvSpPr>
          <p:nvPr/>
        </p:nvSpPr>
        <p:spPr bwMode="auto">
          <a:xfrm>
            <a:off x="2208214" y="946151"/>
            <a:ext cx="28082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至少存在一点</a:t>
            </a:r>
          </a:p>
        </p:txBody>
      </p:sp>
      <p:sp>
        <p:nvSpPr>
          <p:cNvPr id="14342" name="Text Box 56"/>
          <p:cNvSpPr txBox="1">
            <a:spLocks noChangeArrowheads="1"/>
          </p:cNvSpPr>
          <p:nvPr/>
        </p:nvSpPr>
        <p:spPr bwMode="auto">
          <a:xfrm>
            <a:off x="6240463" y="909638"/>
            <a:ext cx="882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使</a:t>
            </a:r>
          </a:p>
        </p:txBody>
      </p:sp>
      <p:graphicFrame>
        <p:nvGraphicFramePr>
          <p:cNvPr id="14343" name="Object 58"/>
          <p:cNvGraphicFramePr>
            <a:graphicFrameLocks noChangeAspect="1"/>
          </p:cNvGraphicFramePr>
          <p:nvPr/>
        </p:nvGraphicFramePr>
        <p:xfrm>
          <a:off x="3395663" y="441325"/>
          <a:ext cx="2349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2349500" imgH="393700" progId="Equation.DSMT4">
                  <p:embed/>
                </p:oleObj>
              </mc:Choice>
              <mc:Fallback>
                <p:oleObj name="Equation" r:id="rId3" imgW="2349500" imgH="393700" progId="Equation.DSMT4">
                  <p:embed/>
                  <p:pic>
                    <p:nvPicPr>
                      <p:cNvPr id="14343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5663" y="441325"/>
                        <a:ext cx="2349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59"/>
          <p:cNvGraphicFramePr>
            <a:graphicFrameLocks noChangeAspect="1"/>
          </p:cNvGraphicFramePr>
          <p:nvPr/>
        </p:nvGraphicFramePr>
        <p:xfrm>
          <a:off x="6564313" y="441325"/>
          <a:ext cx="939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5" imgW="939392" imgH="393529" progId="Equation.DSMT4">
                  <p:embed/>
                </p:oleObj>
              </mc:Choice>
              <mc:Fallback>
                <p:oleObj name="Equation" r:id="rId5" imgW="939392" imgH="393529" progId="Equation.DSMT4">
                  <p:embed/>
                  <p:pic>
                    <p:nvPicPr>
                      <p:cNvPr id="14344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4313" y="441325"/>
                        <a:ext cx="939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60"/>
          <p:cNvGraphicFramePr>
            <a:graphicFrameLocks noChangeAspect="1"/>
          </p:cNvGraphicFramePr>
          <p:nvPr/>
        </p:nvGraphicFramePr>
        <p:xfrm>
          <a:off x="4583113" y="1054100"/>
          <a:ext cx="1587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7" imgW="1586811" imgH="393529" progId="Equation.DSMT4">
                  <p:embed/>
                </p:oleObj>
              </mc:Choice>
              <mc:Fallback>
                <p:oleObj name="Equation" r:id="rId7" imgW="1586811" imgH="393529" progId="Equation.DSMT4">
                  <p:embed/>
                  <p:pic>
                    <p:nvPicPr>
                      <p:cNvPr id="14345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113" y="1054100"/>
                        <a:ext cx="1587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61"/>
          <p:cNvGraphicFramePr>
            <a:graphicFrameLocks noChangeAspect="1"/>
          </p:cNvGraphicFramePr>
          <p:nvPr/>
        </p:nvGraphicFramePr>
        <p:xfrm>
          <a:off x="6743700" y="1017588"/>
          <a:ext cx="2984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9" imgW="2984500" imgH="406400" progId="Equation.DSMT4">
                  <p:embed/>
                </p:oleObj>
              </mc:Choice>
              <mc:Fallback>
                <p:oleObj name="Equation" r:id="rId9" imgW="2984500" imgH="406400" progId="Equation.DSMT4">
                  <p:embed/>
                  <p:pic>
                    <p:nvPicPr>
                      <p:cNvPr id="14346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700" y="1017588"/>
                        <a:ext cx="2984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6"/>
          <p:cNvSpPr txBox="1">
            <a:spLocks noChangeArrowheads="1"/>
          </p:cNvSpPr>
          <p:nvPr/>
        </p:nvSpPr>
        <p:spPr bwMode="auto">
          <a:xfrm>
            <a:off x="3060700" y="1700213"/>
            <a:ext cx="12080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提示</a:t>
            </a:r>
            <a:r>
              <a:rPr lang="en-US" altLang="zh-CN" sz="2800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:</a:t>
            </a:r>
          </a:p>
        </p:txBody>
      </p:sp>
      <p:sp>
        <p:nvSpPr>
          <p:cNvPr id="23569" name="Text Box 17"/>
          <p:cNvSpPr txBox="1">
            <a:spLocks noChangeArrowheads="1"/>
          </p:cNvSpPr>
          <p:nvPr/>
        </p:nvSpPr>
        <p:spPr bwMode="auto">
          <a:xfrm>
            <a:off x="4116388" y="1736726"/>
            <a:ext cx="434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tx2"/>
                </a:solidFill>
                <a:ea typeface="宋体" panose="02010600030101010101" pitchFamily="2" charset="-122"/>
              </a:rPr>
              <a:t>由结论可知</a:t>
            </a:r>
            <a:r>
              <a:rPr lang="en-US" altLang="zh-CN" sz="2800">
                <a:solidFill>
                  <a:schemeClr val="tx2"/>
                </a:solidFill>
                <a:ea typeface="宋体" panose="02010600030101010101" pitchFamily="2" charset="-122"/>
              </a:rPr>
              <a:t>, </a:t>
            </a:r>
            <a:r>
              <a:rPr lang="zh-CN" altLang="en-US" sz="2800">
                <a:solidFill>
                  <a:schemeClr val="tx2"/>
                </a:solidFill>
                <a:ea typeface="宋体" panose="02010600030101010101" pitchFamily="2" charset="-122"/>
              </a:rPr>
              <a:t>只需证</a:t>
            </a:r>
          </a:p>
        </p:txBody>
      </p:sp>
      <p:sp>
        <p:nvSpPr>
          <p:cNvPr id="23570" name="Text Box 19"/>
          <p:cNvSpPr txBox="1">
            <a:spLocks noChangeArrowheads="1"/>
          </p:cNvSpPr>
          <p:nvPr/>
        </p:nvSpPr>
        <p:spPr bwMode="auto">
          <a:xfrm>
            <a:off x="2892425" y="3032126"/>
            <a:ext cx="850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tx2"/>
                </a:solidFill>
                <a:ea typeface="宋体" panose="02010600030101010101" pitchFamily="2" charset="-122"/>
              </a:rPr>
              <a:t>即</a:t>
            </a:r>
          </a:p>
        </p:txBody>
      </p:sp>
      <p:sp>
        <p:nvSpPr>
          <p:cNvPr id="23571" name="Text Box 26"/>
          <p:cNvSpPr txBox="1">
            <a:spLocks noChangeArrowheads="1"/>
          </p:cNvSpPr>
          <p:nvPr/>
        </p:nvSpPr>
        <p:spPr bwMode="auto">
          <a:xfrm>
            <a:off x="3278188" y="3883026"/>
            <a:ext cx="850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tx2"/>
                </a:solidFill>
                <a:ea typeface="宋体" panose="02010600030101010101" pitchFamily="2" charset="-122"/>
              </a:rPr>
              <a:t>设</a:t>
            </a:r>
          </a:p>
        </p:txBody>
      </p:sp>
      <p:graphicFrame>
        <p:nvGraphicFramePr>
          <p:cNvPr id="23558" name="Object 45"/>
          <p:cNvGraphicFramePr>
            <a:graphicFrameLocks noGrp="1" noChangeAspect="1"/>
          </p:cNvGraphicFramePr>
          <p:nvPr/>
        </p:nvGraphicFramePr>
        <p:xfrm>
          <a:off x="3900488" y="2419350"/>
          <a:ext cx="3924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11" imgW="3924300" imgH="406400" progId="Equation.DSMT4">
                  <p:embed/>
                </p:oleObj>
              </mc:Choice>
              <mc:Fallback>
                <p:oleObj name="Equation" r:id="rId11" imgW="3924300" imgH="406400" progId="Equation.DSMT4">
                  <p:embed/>
                  <p:pic>
                    <p:nvPicPr>
                      <p:cNvPr id="23558" name="Object 4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0488" y="2419350"/>
                        <a:ext cx="3924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48"/>
          <p:cNvGraphicFramePr>
            <a:graphicFrameLocks noGrp="1" noChangeAspect="1"/>
          </p:cNvGraphicFramePr>
          <p:nvPr/>
        </p:nvGraphicFramePr>
        <p:xfrm>
          <a:off x="3829050" y="2960688"/>
          <a:ext cx="3340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tion" r:id="rId13" imgW="3340100" imgH="787400" progId="Equation.DSMT4">
                  <p:embed/>
                </p:oleObj>
              </mc:Choice>
              <mc:Fallback>
                <p:oleObj name="Equation" r:id="rId13" imgW="3340100" imgH="787400" progId="Equation.DSMT4">
                  <p:embed/>
                  <p:pic>
                    <p:nvPicPr>
                      <p:cNvPr id="23559" name="Object 4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9050" y="2960688"/>
                        <a:ext cx="33401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51"/>
          <p:cNvGraphicFramePr>
            <a:graphicFrameLocks noChangeAspect="1"/>
          </p:cNvGraphicFramePr>
          <p:nvPr/>
        </p:nvGraphicFramePr>
        <p:xfrm>
          <a:off x="3865563" y="3968750"/>
          <a:ext cx="2667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Equation" r:id="rId15" imgW="2667000" imgH="393700" progId="Equation.DSMT4">
                  <p:embed/>
                </p:oleObj>
              </mc:Choice>
              <mc:Fallback>
                <p:oleObj name="Equation" r:id="rId15" imgW="2667000" imgH="393700" progId="Equation.DSMT4">
                  <p:embed/>
                  <p:pic>
                    <p:nvPicPr>
                      <p:cNvPr id="2356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5563" y="3968750"/>
                        <a:ext cx="2667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2" name="Text Box 52"/>
          <p:cNvSpPr txBox="1">
            <a:spLocks noChangeArrowheads="1"/>
          </p:cNvSpPr>
          <p:nvPr/>
        </p:nvSpPr>
        <p:spPr bwMode="auto">
          <a:xfrm>
            <a:off x="2543175" y="433863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tx2"/>
                </a:solidFill>
                <a:ea typeface="宋体" panose="02010600030101010101" pitchFamily="2" charset="-122"/>
              </a:rPr>
              <a:t>验证</a:t>
            </a:r>
          </a:p>
        </p:txBody>
      </p:sp>
      <p:sp>
        <p:nvSpPr>
          <p:cNvPr id="23573" name="Text Box 54"/>
          <p:cNvSpPr txBox="1">
            <a:spLocks noChangeArrowheads="1"/>
          </p:cNvSpPr>
          <p:nvPr/>
        </p:nvSpPr>
        <p:spPr bwMode="auto">
          <a:xfrm>
            <a:off x="4130675" y="4338638"/>
            <a:ext cx="850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tx2"/>
                </a:solidFill>
                <a:ea typeface="宋体" panose="02010600030101010101" pitchFamily="2" charset="-122"/>
              </a:rPr>
              <a:t>在</a:t>
            </a:r>
          </a:p>
        </p:txBody>
      </p:sp>
      <p:sp>
        <p:nvSpPr>
          <p:cNvPr id="23574" name="Text Box 56"/>
          <p:cNvSpPr txBox="1">
            <a:spLocks noChangeArrowheads="1"/>
          </p:cNvSpPr>
          <p:nvPr/>
        </p:nvSpPr>
        <p:spPr bwMode="auto">
          <a:xfrm>
            <a:off x="5591175" y="4400551"/>
            <a:ext cx="358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tx2"/>
                </a:solidFill>
                <a:ea typeface="宋体" panose="02010600030101010101" pitchFamily="2" charset="-122"/>
              </a:rPr>
              <a:t>上满足罗尔定理条件</a:t>
            </a:r>
            <a:r>
              <a:rPr lang="en-US" altLang="zh-CN" sz="2800">
                <a:solidFill>
                  <a:schemeClr val="tx2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23561" name="Object 57"/>
          <p:cNvGraphicFramePr>
            <a:graphicFrameLocks noChangeAspect="1"/>
          </p:cNvGraphicFramePr>
          <p:nvPr/>
        </p:nvGraphicFramePr>
        <p:xfrm>
          <a:off x="3359150" y="4400550"/>
          <a:ext cx="825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17" imgW="825500" imgH="393700" progId="Equation.DSMT4">
                  <p:embed/>
                </p:oleObj>
              </mc:Choice>
              <mc:Fallback>
                <p:oleObj name="Equation" r:id="rId17" imgW="825500" imgH="393700" progId="Equation.DSMT4">
                  <p:embed/>
                  <p:pic>
                    <p:nvPicPr>
                      <p:cNvPr id="23561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4400550"/>
                        <a:ext cx="825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22"/>
          <p:cNvGraphicFramePr>
            <a:graphicFrameLocks noChangeAspect="1"/>
          </p:cNvGraphicFramePr>
          <p:nvPr/>
        </p:nvGraphicFramePr>
        <p:xfrm>
          <a:off x="4691063" y="4437063"/>
          <a:ext cx="889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Equation" r:id="rId19" imgW="888614" imgH="393529" progId="Equation.DSMT4">
                  <p:embed/>
                </p:oleObj>
              </mc:Choice>
              <mc:Fallback>
                <p:oleObj name="Equation" r:id="rId19" imgW="888614" imgH="393529" progId="Equation.DSMT4">
                  <p:embed/>
                  <p:pic>
                    <p:nvPicPr>
                      <p:cNvPr id="2356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1063" y="4437063"/>
                        <a:ext cx="889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52249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3569" grpId="0"/>
      <p:bldP spid="23570" grpId="0"/>
      <p:bldP spid="23571" grpId="0"/>
      <p:bldP spid="23572" grpId="0"/>
      <p:bldP spid="23573" grpId="0"/>
      <p:bldP spid="2357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54" name="Text Box 10"/>
          <p:cNvSpPr txBox="1">
            <a:spLocks noChangeArrowheads="1"/>
          </p:cNvSpPr>
          <p:nvPr/>
        </p:nvSpPr>
        <p:spPr bwMode="auto">
          <a:xfrm>
            <a:off x="2784475" y="1665288"/>
            <a:ext cx="1219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提示</a:t>
            </a:r>
            <a:r>
              <a:rPr lang="en-US" altLang="zh-CN" sz="2800" dirty="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:</a:t>
            </a:r>
          </a:p>
        </p:txBody>
      </p:sp>
      <p:sp>
        <p:nvSpPr>
          <p:cNvPr id="24589" name="Text Box 11"/>
          <p:cNvSpPr txBox="1">
            <a:spLocks noChangeArrowheads="1"/>
          </p:cNvSpPr>
          <p:nvPr/>
        </p:nvSpPr>
        <p:spPr bwMode="auto">
          <a:xfrm>
            <a:off x="3756025" y="1665288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ea typeface="宋体" panose="02010600030101010101" pitchFamily="2" charset="-122"/>
              </a:rPr>
              <a:t>设</a:t>
            </a:r>
          </a:p>
        </p:txBody>
      </p:sp>
      <p:sp>
        <p:nvSpPr>
          <p:cNvPr id="24590" name="Text Box 13"/>
          <p:cNvSpPr txBox="1">
            <a:spLocks noChangeArrowheads="1"/>
          </p:cNvSpPr>
          <p:nvPr/>
        </p:nvSpPr>
        <p:spPr bwMode="auto">
          <a:xfrm>
            <a:off x="2784475" y="2493963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ea typeface="宋体" panose="02010600030101010101" pitchFamily="2" charset="-122"/>
              </a:rPr>
              <a:t>欲证</a:t>
            </a:r>
            <a:r>
              <a:rPr lang="en-US" altLang="zh-CN" sz="2800"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24591" name="Text Box 15"/>
          <p:cNvSpPr txBox="1">
            <a:spLocks noChangeArrowheads="1"/>
          </p:cNvSpPr>
          <p:nvPr/>
        </p:nvSpPr>
        <p:spPr bwMode="auto">
          <a:xfrm>
            <a:off x="6024563" y="2457451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ea typeface="宋体" panose="02010600030101010101" pitchFamily="2" charset="-122"/>
              </a:rPr>
              <a:t>使</a:t>
            </a:r>
          </a:p>
        </p:txBody>
      </p:sp>
      <p:sp>
        <p:nvSpPr>
          <p:cNvPr id="24592" name="Text Box 17"/>
          <p:cNvSpPr txBox="1">
            <a:spLocks noChangeArrowheads="1"/>
          </p:cNvSpPr>
          <p:nvPr/>
        </p:nvSpPr>
        <p:spPr bwMode="auto">
          <a:xfrm>
            <a:off x="2640013" y="3106738"/>
            <a:ext cx="152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ea typeface="宋体" panose="02010600030101010101" pitchFamily="2" charset="-122"/>
              </a:rPr>
              <a:t>只要证</a:t>
            </a:r>
          </a:p>
        </p:txBody>
      </p:sp>
      <p:sp>
        <p:nvSpPr>
          <p:cNvPr id="24593" name="Text Box 21"/>
          <p:cNvSpPr txBox="1">
            <a:spLocks noChangeArrowheads="1"/>
          </p:cNvSpPr>
          <p:nvPr/>
        </p:nvSpPr>
        <p:spPr bwMode="auto">
          <a:xfrm>
            <a:off x="2927350" y="3790951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ea typeface="宋体" panose="02010600030101010101" pitchFamily="2" charset="-122"/>
              </a:rPr>
              <a:t>亦即</a:t>
            </a:r>
          </a:p>
        </p:txBody>
      </p:sp>
      <p:sp>
        <p:nvSpPr>
          <p:cNvPr id="24594" name="Text Box 23"/>
          <p:cNvSpPr txBox="1">
            <a:spLocks noChangeArrowheads="1"/>
          </p:cNvSpPr>
          <p:nvPr/>
        </p:nvSpPr>
        <p:spPr bwMode="auto">
          <a:xfrm>
            <a:off x="2351088" y="4624388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ea typeface="宋体" panose="02010600030101010101" pitchFamily="2" charset="-122"/>
              </a:rPr>
              <a:t>作辅助函数</a:t>
            </a:r>
          </a:p>
        </p:txBody>
      </p:sp>
      <p:sp>
        <p:nvSpPr>
          <p:cNvPr id="24595" name="Text Box 25"/>
          <p:cNvSpPr txBox="1">
            <a:spLocks noChangeArrowheads="1"/>
          </p:cNvSpPr>
          <p:nvPr/>
        </p:nvSpPr>
        <p:spPr bwMode="auto">
          <a:xfrm>
            <a:off x="6635750" y="465455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ea typeface="宋体" panose="02010600030101010101" pitchFamily="2" charset="-122"/>
              </a:rPr>
              <a:t>验证</a:t>
            </a:r>
          </a:p>
        </p:txBody>
      </p:sp>
      <p:sp>
        <p:nvSpPr>
          <p:cNvPr id="24596" name="Text Box 27"/>
          <p:cNvSpPr txBox="1">
            <a:spLocks noChangeArrowheads="1"/>
          </p:cNvSpPr>
          <p:nvPr/>
        </p:nvSpPr>
        <p:spPr bwMode="auto">
          <a:xfrm>
            <a:off x="8220075" y="4654551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ea typeface="宋体" panose="02010600030101010101" pitchFamily="2" charset="-122"/>
              </a:rPr>
              <a:t>在</a:t>
            </a:r>
          </a:p>
        </p:txBody>
      </p:sp>
      <p:sp>
        <p:nvSpPr>
          <p:cNvPr id="24597" name="Text Box 30"/>
          <p:cNvSpPr txBox="1">
            <a:spLocks noChangeArrowheads="1"/>
          </p:cNvSpPr>
          <p:nvPr/>
        </p:nvSpPr>
        <p:spPr bwMode="auto">
          <a:xfrm>
            <a:off x="2274888" y="5243513"/>
            <a:ext cx="3929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ea typeface="宋体" panose="02010600030101010101" pitchFamily="2" charset="-122"/>
              </a:rPr>
              <a:t>上满足罗尔定理条件</a:t>
            </a:r>
            <a:r>
              <a:rPr lang="en-US" altLang="zh-CN" sz="2800"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24578" name="Object 31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4332288" y="1738313"/>
          <a:ext cx="4025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4025900" imgH="431800" progId="Equation.DSMT4">
                  <p:embed/>
                </p:oleObj>
              </mc:Choice>
              <mc:Fallback>
                <p:oleObj name="Equation" r:id="rId3" imgW="4025900" imgH="431800" progId="Equation.DSMT4">
                  <p:embed/>
                  <p:pic>
                    <p:nvPicPr>
                      <p:cNvPr id="24578" name="Object 3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2288" y="1738313"/>
                        <a:ext cx="4025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9" name="Object 3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900488" y="2565400"/>
          <a:ext cx="1981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5" imgW="1981200" imgH="431800" progId="Equation.DSMT4">
                  <p:embed/>
                </p:oleObj>
              </mc:Choice>
              <mc:Fallback>
                <p:oleObj name="Equation" r:id="rId5" imgW="1981200" imgH="431800" progId="Equation.DSMT4">
                  <p:embed/>
                  <p:pic>
                    <p:nvPicPr>
                      <p:cNvPr id="24579" name="Object 3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0488" y="2565400"/>
                        <a:ext cx="1981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3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564313" y="2530475"/>
          <a:ext cx="2476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7" imgW="2476500" imgH="406400" progId="Equation.DSMT4">
                  <p:embed/>
                </p:oleObj>
              </mc:Choice>
              <mc:Fallback>
                <p:oleObj name="Equation" r:id="rId7" imgW="2476500" imgH="406400" progId="Equation.DSMT4">
                  <p:embed/>
                  <p:pic>
                    <p:nvPicPr>
                      <p:cNvPr id="24580" name="Object 3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4313" y="2530475"/>
                        <a:ext cx="2476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39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4259263" y="3178175"/>
          <a:ext cx="3136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9" imgW="3136900" imgH="482600" progId="Equation.DSMT4">
                  <p:embed/>
                </p:oleObj>
              </mc:Choice>
              <mc:Fallback>
                <p:oleObj name="Equation" r:id="rId9" imgW="3136900" imgH="482600" progId="Equation.DSMT4">
                  <p:embed/>
                  <p:pic>
                    <p:nvPicPr>
                      <p:cNvPr id="24581" name="Object 3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9263" y="3178175"/>
                        <a:ext cx="31369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42"/>
          <p:cNvGraphicFramePr>
            <a:graphicFrameLocks noChangeAspect="1"/>
          </p:cNvGraphicFramePr>
          <p:nvPr/>
        </p:nvGraphicFramePr>
        <p:xfrm>
          <a:off x="4224338" y="3717925"/>
          <a:ext cx="2819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11" imgW="2819400" imgH="787400" progId="Equation.DSMT4">
                  <p:embed/>
                </p:oleObj>
              </mc:Choice>
              <mc:Fallback>
                <p:oleObj name="Equation" r:id="rId11" imgW="2819400" imgH="787400" progId="Equation.DSMT4">
                  <p:embed/>
                  <p:pic>
                    <p:nvPicPr>
                      <p:cNvPr id="24582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8" y="3717925"/>
                        <a:ext cx="28194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2280201"/>
              </p:ext>
            </p:extLst>
          </p:nvPr>
        </p:nvGraphicFramePr>
        <p:xfrm>
          <a:off x="4224338" y="4691063"/>
          <a:ext cx="2400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13" imgW="2400300" imgH="457200" progId="Equation.DSMT4">
                  <p:embed/>
                </p:oleObj>
              </mc:Choice>
              <mc:Fallback>
                <p:oleObj name="Equation" r:id="rId13" imgW="2400300" imgH="457200" progId="Equation.DSMT4">
                  <p:embed/>
                  <p:pic>
                    <p:nvPicPr>
                      <p:cNvPr id="24583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8" y="4691063"/>
                        <a:ext cx="2400300" cy="457200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44"/>
          <p:cNvGraphicFramePr>
            <a:graphicFrameLocks noChangeAspect="1"/>
          </p:cNvGraphicFramePr>
          <p:nvPr/>
        </p:nvGraphicFramePr>
        <p:xfrm>
          <a:off x="7464425" y="4762500"/>
          <a:ext cx="825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Equation" r:id="rId15" imgW="825500" imgH="393700" progId="Equation.DSMT4">
                  <p:embed/>
                </p:oleObj>
              </mc:Choice>
              <mc:Fallback>
                <p:oleObj name="Equation" r:id="rId15" imgW="825500" imgH="393700" progId="Equation.DSMT4">
                  <p:embed/>
                  <p:pic>
                    <p:nvPicPr>
                      <p:cNvPr id="24584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425" y="4762500"/>
                        <a:ext cx="825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5" name="Object 45"/>
          <p:cNvGraphicFramePr>
            <a:graphicFrameLocks noChangeAspect="1"/>
          </p:cNvGraphicFramePr>
          <p:nvPr/>
        </p:nvGraphicFramePr>
        <p:xfrm>
          <a:off x="8832850" y="4725988"/>
          <a:ext cx="1079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quation" r:id="rId17" imgW="1079032" imgH="431613" progId="Equation.DSMT4">
                  <p:embed/>
                </p:oleObj>
              </mc:Choice>
              <mc:Fallback>
                <p:oleObj name="Equation" r:id="rId17" imgW="1079032" imgH="431613" progId="Equation.DSMT4">
                  <p:embed/>
                  <p:pic>
                    <p:nvPicPr>
                      <p:cNvPr id="24585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2850" y="4725988"/>
                        <a:ext cx="1079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0" name="Rectangle 31"/>
          <p:cNvSpPr>
            <a:spLocks noGrp="1" noChangeArrowheads="1"/>
          </p:cNvSpPr>
          <p:nvPr>
            <p:ph type="title"/>
          </p:nvPr>
        </p:nvSpPr>
        <p:spPr bwMode="auto">
          <a:xfrm>
            <a:off x="2140292" y="460374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l" eaLnBrk="1" hangingPunct="1"/>
            <a:r>
              <a:rPr lang="zh-CN" altLang="en-US" sz="2800" dirty="0"/>
              <a:t>例</a:t>
            </a:r>
            <a:r>
              <a:rPr lang="en-US" altLang="zh-CN" sz="2800" dirty="0"/>
              <a:t>3</a:t>
            </a:r>
            <a:r>
              <a:rPr lang="zh-CN" altLang="en-US" sz="2800" dirty="0"/>
              <a:t> 若</a:t>
            </a:r>
          </a:p>
        </p:txBody>
      </p:sp>
      <p:graphicFrame>
        <p:nvGraphicFramePr>
          <p:cNvPr id="15381" name="Object 21"/>
          <p:cNvGraphicFramePr>
            <a:graphicFrameLocks noGrp="1" noChangeAspect="1"/>
          </p:cNvGraphicFramePr>
          <p:nvPr/>
        </p:nvGraphicFramePr>
        <p:xfrm>
          <a:off x="3216275" y="477838"/>
          <a:ext cx="774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Equation" r:id="rId19" imgW="774364" imgH="393529" progId="Equation.DSMT4">
                  <p:embed/>
                </p:oleObj>
              </mc:Choice>
              <mc:Fallback>
                <p:oleObj name="Equation" r:id="rId19" imgW="774364" imgH="393529" progId="Equation.DSMT4">
                  <p:embed/>
                  <p:pic>
                    <p:nvPicPr>
                      <p:cNvPr id="15381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477838"/>
                        <a:ext cx="774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2" name="Text Box 33"/>
          <p:cNvSpPr txBox="1">
            <a:spLocks noChangeArrowheads="1"/>
          </p:cNvSpPr>
          <p:nvPr/>
        </p:nvSpPr>
        <p:spPr bwMode="auto">
          <a:xfrm>
            <a:off x="4008438" y="404813"/>
            <a:ext cx="548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tx2"/>
                </a:solidFill>
                <a:ea typeface="宋体" panose="02010600030101010101" pitchFamily="2" charset="-122"/>
              </a:rPr>
              <a:t>可导</a:t>
            </a:r>
            <a:r>
              <a:rPr lang="en-US" altLang="zh-CN" sz="2800" dirty="0">
                <a:solidFill>
                  <a:schemeClr val="tx2"/>
                </a:solidFill>
                <a:ea typeface="宋体" panose="02010600030101010101" pitchFamily="2" charset="-122"/>
              </a:rPr>
              <a:t>, </a:t>
            </a:r>
            <a:r>
              <a:rPr lang="zh-CN" altLang="en-US" sz="2800" dirty="0">
                <a:solidFill>
                  <a:schemeClr val="tx2"/>
                </a:solidFill>
                <a:ea typeface="宋体" panose="02010600030101010101" pitchFamily="2" charset="-122"/>
              </a:rPr>
              <a:t>试证在其两个零点间一定有</a:t>
            </a:r>
          </a:p>
        </p:txBody>
      </p:sp>
      <p:sp>
        <p:nvSpPr>
          <p:cNvPr id="15383" name="Text Box 35"/>
          <p:cNvSpPr txBox="1">
            <a:spLocks noChangeArrowheads="1"/>
          </p:cNvSpPr>
          <p:nvPr/>
        </p:nvSpPr>
        <p:spPr bwMode="auto">
          <a:xfrm>
            <a:off x="4764088" y="873126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tx2"/>
                </a:solidFill>
                <a:ea typeface="宋体" panose="02010600030101010101" pitchFamily="2" charset="-122"/>
              </a:rPr>
              <a:t>的零点</a:t>
            </a:r>
            <a:r>
              <a:rPr lang="en-US" altLang="zh-CN" sz="2800">
                <a:solidFill>
                  <a:schemeClr val="tx2"/>
                </a:solidFill>
                <a:ea typeface="宋体" panose="02010600030101010101" pitchFamily="2" charset="-122"/>
              </a:rPr>
              <a:t>.</a:t>
            </a:r>
            <a:r>
              <a:rPr lang="en-US" altLang="zh-CN" sz="2800"/>
              <a:t>   </a:t>
            </a:r>
            <a:endParaRPr lang="en-US" altLang="zh-CN" sz="2800">
              <a:solidFill>
                <a:schemeClr val="accent2"/>
              </a:solidFill>
            </a:endParaRPr>
          </a:p>
        </p:txBody>
      </p:sp>
      <p:graphicFrame>
        <p:nvGraphicFramePr>
          <p:cNvPr id="15384" name="Object 38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616057527"/>
              </p:ext>
            </p:extLst>
          </p:nvPr>
        </p:nvGraphicFramePr>
        <p:xfrm>
          <a:off x="2855913" y="981075"/>
          <a:ext cx="1981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quation" r:id="rId21" imgW="1981200" imgH="406400" progId="Equation.DSMT4">
                  <p:embed/>
                </p:oleObj>
              </mc:Choice>
              <mc:Fallback>
                <p:oleObj name="Equation" r:id="rId21" imgW="1981200" imgH="406400" progId="Equation.DSMT4">
                  <p:embed/>
                  <p:pic>
                    <p:nvPicPr>
                      <p:cNvPr id="15384" name="Object 3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981075"/>
                        <a:ext cx="1981200" cy="406400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1" name="Object 25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67582814"/>
              </p:ext>
            </p:extLst>
          </p:nvPr>
        </p:nvGraphicFramePr>
        <p:xfrm>
          <a:off x="6203950" y="944563"/>
          <a:ext cx="1968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Equation" r:id="rId23" imgW="1968500" imgH="406400" progId="Equation.DSMT4">
                  <p:embed/>
                </p:oleObj>
              </mc:Choice>
              <mc:Fallback>
                <p:oleObj name="Equation" r:id="rId23" imgW="1968500" imgH="406400" progId="Equation.DSMT4">
                  <p:embed/>
                  <p:pic>
                    <p:nvPicPr>
                      <p:cNvPr id="24601" name="Object 2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3950" y="944563"/>
                        <a:ext cx="1968500" cy="4064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6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709167191"/>
              </p:ext>
            </p:extLst>
          </p:nvPr>
        </p:nvGraphicFramePr>
        <p:xfrm>
          <a:off x="8328025" y="944563"/>
          <a:ext cx="2082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Equation" r:id="rId25" imgW="2082800" imgH="406400" progId="Equation.DSMT4">
                  <p:embed/>
                </p:oleObj>
              </mc:Choice>
              <mc:Fallback>
                <p:oleObj name="Equation" r:id="rId25" imgW="2082800" imgH="406400" progId="Equation.DSMT4">
                  <p:embed/>
                  <p:pic>
                    <p:nvPicPr>
                      <p:cNvPr id="3" name="Object 2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8025" y="944563"/>
                        <a:ext cx="2082800" cy="40640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5876274"/>
              </p:ext>
            </p:extLst>
          </p:nvPr>
        </p:nvGraphicFramePr>
        <p:xfrm>
          <a:off x="3756025" y="5768975"/>
          <a:ext cx="2527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Equation" r:id="rId27" imgW="2527300" imgH="457200" progId="Equation.DSMT4">
                  <p:embed/>
                </p:oleObj>
              </mc:Choice>
              <mc:Fallback>
                <p:oleObj name="Equation" r:id="rId27" imgW="2527300" imgH="457200" progId="Equation.DSMT4">
                  <p:embed/>
                  <p:pic>
                    <p:nvPicPr>
                      <p:cNvPr id="2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6025" y="5768975"/>
                        <a:ext cx="2527300" cy="4572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5656854"/>
              </p:ext>
            </p:extLst>
          </p:nvPr>
        </p:nvGraphicFramePr>
        <p:xfrm>
          <a:off x="6527800" y="5743575"/>
          <a:ext cx="2616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Equation" r:id="rId29" imgW="2616200" imgH="457200" progId="Equation.DSMT4">
                  <p:embed/>
                </p:oleObj>
              </mc:Choice>
              <mc:Fallback>
                <p:oleObj name="Equation" r:id="rId29" imgW="2616200" imgH="457200" progId="Equation.DSMT4">
                  <p:embed/>
                  <p:pic>
                    <p:nvPicPr>
                      <p:cNvPr id="4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800" y="5743575"/>
                        <a:ext cx="2616200" cy="45720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8274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5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54" grpId="0"/>
      <p:bldP spid="24589" grpId="0"/>
      <p:bldP spid="24590" grpId="0"/>
      <p:bldP spid="24591" grpId="0"/>
      <p:bldP spid="24592" grpId="0"/>
      <p:bldP spid="24593" grpId="0"/>
      <p:bldP spid="24594" grpId="0"/>
      <p:bldP spid="24595" grpId="0"/>
      <p:bldP spid="24596" grpId="0"/>
      <p:bldP spid="245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322" y="0"/>
            <a:ext cx="8843750" cy="6858000"/>
          </a:xfrm>
          <a:prstGeom prst="rect">
            <a:avLst/>
          </a:prstGeom>
        </p:spPr>
      </p:pic>
      <p:graphicFrame>
        <p:nvGraphicFramePr>
          <p:cNvPr id="3" name="Object 8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0791719"/>
              </p:ext>
            </p:extLst>
          </p:nvPr>
        </p:nvGraphicFramePr>
        <p:xfrm>
          <a:off x="8586045" y="1828162"/>
          <a:ext cx="3073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4" imgW="3073320" imgH="799920" progId="Equation.DSMT4">
                  <p:embed/>
                </p:oleObj>
              </mc:Choice>
              <mc:Fallback>
                <p:oleObj name="Equation" r:id="rId4" imgW="3073320" imgH="799920" progId="Equation.DSMT4">
                  <p:embed/>
                  <p:pic>
                    <p:nvPicPr>
                      <p:cNvPr id="3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6045" y="1828162"/>
                        <a:ext cx="3073400" cy="8001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3877190" y="783521"/>
            <a:ext cx="6409127" cy="76944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kumimoji="1" lang="zh-CN" altLang="en-US" sz="4400" dirty="0">
                <a:ea typeface="宋体" panose="02010600030101010101" pitchFamily="2" charset="-122"/>
              </a:rPr>
              <a:t>拉格朗日中值定理证明题</a:t>
            </a:r>
            <a:endParaRPr kumimoji="1" lang="en-US" altLang="zh-CN" sz="44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8081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487" y="0"/>
            <a:ext cx="9340777" cy="7035715"/>
          </a:xfrm>
          <a:prstGeom prst="rect">
            <a:avLst/>
          </a:prstGeom>
        </p:spPr>
      </p:pic>
      <p:graphicFrame>
        <p:nvGraphicFramePr>
          <p:cNvPr id="3" name="Object 8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4123399"/>
              </p:ext>
            </p:extLst>
          </p:nvPr>
        </p:nvGraphicFramePr>
        <p:xfrm>
          <a:off x="6686906" y="660542"/>
          <a:ext cx="3073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4" imgW="3073320" imgH="799920" progId="Equation.DSMT4">
                  <p:embed/>
                </p:oleObj>
              </mc:Choice>
              <mc:Fallback>
                <p:oleObj name="Equation" r:id="rId4" imgW="3073320" imgH="799920" progId="Equation.DSMT4">
                  <p:embed/>
                  <p:pic>
                    <p:nvPicPr>
                      <p:cNvPr id="3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6906" y="660542"/>
                        <a:ext cx="3073400" cy="8001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2156345" y="2688609"/>
            <a:ext cx="8270545" cy="36712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156345" y="4149251"/>
            <a:ext cx="8270545" cy="23269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984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776" y="43487"/>
            <a:ext cx="9171296" cy="6856355"/>
          </a:xfrm>
          <a:prstGeom prst="rect">
            <a:avLst/>
          </a:prstGeom>
        </p:spPr>
      </p:pic>
      <p:graphicFrame>
        <p:nvGraphicFramePr>
          <p:cNvPr id="3" name="Object 8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2410530"/>
              </p:ext>
            </p:extLst>
          </p:nvPr>
        </p:nvGraphicFramePr>
        <p:xfrm>
          <a:off x="7462672" y="0"/>
          <a:ext cx="3073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4" imgW="3073320" imgH="799920" progId="Equation.DSMT4">
                  <p:embed/>
                </p:oleObj>
              </mc:Choice>
              <mc:Fallback>
                <p:oleObj name="Equation" r:id="rId4" imgW="3073320" imgH="799920" progId="Equation.DSMT4">
                  <p:embed/>
                  <p:pic>
                    <p:nvPicPr>
                      <p:cNvPr id="3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2672" y="0"/>
                        <a:ext cx="3073400" cy="8001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0498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379" y="-218"/>
            <a:ext cx="9105127" cy="6858217"/>
          </a:xfrm>
          <a:prstGeom prst="rect">
            <a:avLst/>
          </a:prstGeom>
        </p:spPr>
      </p:pic>
      <p:graphicFrame>
        <p:nvGraphicFramePr>
          <p:cNvPr id="3" name="Object 8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3883154"/>
              </p:ext>
            </p:extLst>
          </p:nvPr>
        </p:nvGraphicFramePr>
        <p:xfrm>
          <a:off x="9118600" y="0"/>
          <a:ext cx="3073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4" imgW="3073320" imgH="799920" progId="Equation.DSMT4">
                  <p:embed/>
                </p:oleObj>
              </mc:Choice>
              <mc:Fallback>
                <p:oleObj name="Equation" r:id="rId4" imgW="3073320" imgH="799920" progId="Equation.DSMT4">
                  <p:embed/>
                  <p:pic>
                    <p:nvPicPr>
                      <p:cNvPr id="3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8600" y="0"/>
                        <a:ext cx="3073400" cy="8001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3677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66" y="-21589"/>
            <a:ext cx="9167864" cy="6879589"/>
          </a:xfrm>
          <a:prstGeom prst="rect">
            <a:avLst/>
          </a:prstGeom>
        </p:spPr>
      </p:pic>
      <p:graphicFrame>
        <p:nvGraphicFramePr>
          <p:cNvPr id="3" name="Object 8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3707409"/>
              </p:ext>
            </p:extLst>
          </p:nvPr>
        </p:nvGraphicFramePr>
        <p:xfrm>
          <a:off x="7221478" y="294782"/>
          <a:ext cx="3073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Equation" r:id="rId4" imgW="3073320" imgH="799920" progId="Equation.DSMT4">
                  <p:embed/>
                </p:oleObj>
              </mc:Choice>
              <mc:Fallback>
                <p:oleObj name="Equation" r:id="rId4" imgW="3073320" imgH="799920" progId="Equation.DSMT4">
                  <p:embed/>
                  <p:pic>
                    <p:nvPicPr>
                      <p:cNvPr id="3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1478" y="294782"/>
                        <a:ext cx="3073400" cy="8001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68618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25" y="-13728"/>
            <a:ext cx="9162303" cy="6871727"/>
          </a:xfrm>
          <a:prstGeom prst="rect">
            <a:avLst/>
          </a:prstGeom>
        </p:spPr>
      </p:pic>
      <p:graphicFrame>
        <p:nvGraphicFramePr>
          <p:cNvPr id="3" name="Object 8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6579936"/>
              </p:ext>
            </p:extLst>
          </p:nvPr>
        </p:nvGraphicFramePr>
        <p:xfrm>
          <a:off x="8699122" y="359920"/>
          <a:ext cx="3073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4" imgW="3073320" imgH="799920" progId="Equation.DSMT4">
                  <p:embed/>
                </p:oleObj>
              </mc:Choice>
              <mc:Fallback>
                <p:oleObj name="Equation" r:id="rId4" imgW="3073320" imgH="799920" progId="Equation.DSMT4">
                  <p:embed/>
                  <p:pic>
                    <p:nvPicPr>
                      <p:cNvPr id="3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9122" y="359920"/>
                        <a:ext cx="3073400" cy="8001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4185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358" y="2683"/>
            <a:ext cx="9115956" cy="6855317"/>
          </a:xfrm>
          <a:prstGeom prst="rect">
            <a:avLst/>
          </a:prstGeom>
        </p:spPr>
      </p:pic>
      <p:graphicFrame>
        <p:nvGraphicFramePr>
          <p:cNvPr id="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6365747"/>
              </p:ext>
            </p:extLst>
          </p:nvPr>
        </p:nvGraphicFramePr>
        <p:xfrm>
          <a:off x="7163952" y="236386"/>
          <a:ext cx="3162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4" imgW="3162240" imgH="927000" progId="Equation.DSMT4">
                  <p:embed/>
                </p:oleObj>
              </mc:Choice>
              <mc:Fallback>
                <p:oleObj name="Equation" r:id="rId4" imgW="3162240" imgH="927000" progId="Equation.DSMT4">
                  <p:embed/>
                  <p:pic>
                    <p:nvPicPr>
                      <p:cNvPr id="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3952" y="236386"/>
                        <a:ext cx="3162300" cy="9271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8"/>
          <p:cNvSpPr txBox="1">
            <a:spLocks noChangeArrowheads="1"/>
          </p:cNvSpPr>
          <p:nvPr/>
        </p:nvSpPr>
        <p:spPr bwMode="auto">
          <a:xfrm>
            <a:off x="3033128" y="1509730"/>
            <a:ext cx="5306261" cy="76944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kumimoji="1" lang="zh-CN" altLang="en-US" sz="4400" dirty="0">
                <a:ea typeface="宋体" panose="02010600030101010101" pitchFamily="2" charset="-122"/>
              </a:rPr>
              <a:t>柯西中值定理证明题</a:t>
            </a:r>
            <a:endParaRPr kumimoji="1" lang="en-US" altLang="zh-CN" sz="44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0173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384" y="63130"/>
            <a:ext cx="9074437" cy="6794869"/>
          </a:xfrm>
          <a:prstGeom prst="rect">
            <a:avLst/>
          </a:prstGeom>
        </p:spPr>
      </p:pic>
      <p:graphicFrame>
        <p:nvGraphicFramePr>
          <p:cNvPr id="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859284"/>
              </p:ext>
            </p:extLst>
          </p:nvPr>
        </p:nvGraphicFramePr>
        <p:xfrm>
          <a:off x="6530905" y="470089"/>
          <a:ext cx="3162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4" imgW="3162240" imgH="927000" progId="Equation.DSMT4">
                  <p:embed/>
                </p:oleObj>
              </mc:Choice>
              <mc:Fallback>
                <p:oleObj name="Equation" r:id="rId4" imgW="3162240" imgH="927000" progId="Equation.DSMT4">
                  <p:embed/>
                  <p:pic>
                    <p:nvPicPr>
                      <p:cNvPr id="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0905" y="470089"/>
                        <a:ext cx="3162300" cy="9271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4447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896" y="33420"/>
            <a:ext cx="9099438" cy="6824579"/>
          </a:xfrm>
          <a:prstGeom prst="rect">
            <a:avLst/>
          </a:prstGeom>
        </p:spPr>
      </p:pic>
      <p:graphicFrame>
        <p:nvGraphicFramePr>
          <p:cNvPr id="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827171"/>
              </p:ext>
            </p:extLst>
          </p:nvPr>
        </p:nvGraphicFramePr>
        <p:xfrm>
          <a:off x="9029700" y="33420"/>
          <a:ext cx="3162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Equation" r:id="rId4" imgW="3162240" imgH="927000" progId="Equation.DSMT4">
                  <p:embed/>
                </p:oleObj>
              </mc:Choice>
              <mc:Fallback>
                <p:oleObj name="Equation" r:id="rId4" imgW="3162240" imgH="927000" progId="Equation.DSMT4">
                  <p:embed/>
                  <p:pic>
                    <p:nvPicPr>
                      <p:cNvPr id="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29700" y="33420"/>
                        <a:ext cx="3162300" cy="9271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2603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847" y="39057"/>
            <a:ext cx="9067589" cy="6818943"/>
          </a:xfrm>
          <a:prstGeom prst="rect">
            <a:avLst/>
          </a:prstGeom>
        </p:spPr>
      </p:pic>
      <p:graphicFrame>
        <p:nvGraphicFramePr>
          <p:cNvPr id="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3219561"/>
              </p:ext>
            </p:extLst>
          </p:nvPr>
        </p:nvGraphicFramePr>
        <p:xfrm>
          <a:off x="9029700" y="39057"/>
          <a:ext cx="3162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Equation" r:id="rId4" imgW="3162240" imgH="927000" progId="Equation.DSMT4">
                  <p:embed/>
                </p:oleObj>
              </mc:Choice>
              <mc:Fallback>
                <p:oleObj name="Equation" r:id="rId4" imgW="3162240" imgH="927000" progId="Equation.DSMT4">
                  <p:embed/>
                  <p:pic>
                    <p:nvPicPr>
                      <p:cNvPr id="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29700" y="39057"/>
                        <a:ext cx="3162300" cy="9271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9225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167" y="-22296"/>
            <a:ext cx="9134439" cy="6880295"/>
          </a:xfrm>
          <a:prstGeom prst="rect">
            <a:avLst/>
          </a:prstGeom>
        </p:spPr>
      </p:pic>
      <p:graphicFrame>
        <p:nvGraphicFramePr>
          <p:cNvPr id="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044415"/>
              </p:ext>
            </p:extLst>
          </p:nvPr>
        </p:nvGraphicFramePr>
        <p:xfrm>
          <a:off x="8528517" y="596698"/>
          <a:ext cx="3162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4" imgW="3162240" imgH="927000" progId="Equation.DSMT4">
                  <p:embed/>
                </p:oleObj>
              </mc:Choice>
              <mc:Fallback>
                <p:oleObj name="Equation" r:id="rId4" imgW="3162240" imgH="927000" progId="Equation.DSMT4">
                  <p:embed/>
                  <p:pic>
                    <p:nvPicPr>
                      <p:cNvPr id="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8517" y="596698"/>
                        <a:ext cx="3162300" cy="9271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1306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085" y="-12841"/>
            <a:ext cx="9175898" cy="6870841"/>
          </a:xfrm>
          <a:prstGeom prst="rect">
            <a:avLst/>
          </a:prstGeom>
        </p:spPr>
      </p:pic>
      <p:graphicFrame>
        <p:nvGraphicFramePr>
          <p:cNvPr id="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0847370"/>
              </p:ext>
            </p:extLst>
          </p:nvPr>
        </p:nvGraphicFramePr>
        <p:xfrm>
          <a:off x="0" y="73950"/>
          <a:ext cx="3162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4" imgW="3162240" imgH="927000" progId="Equation.DSMT4">
                  <p:embed/>
                </p:oleObj>
              </mc:Choice>
              <mc:Fallback>
                <p:oleObj name="Equation" r:id="rId4" imgW="3162240" imgH="927000" progId="Equation.DSMT4">
                  <p:embed/>
                  <p:pic>
                    <p:nvPicPr>
                      <p:cNvPr id="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73950"/>
                        <a:ext cx="3162300" cy="9271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7233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191</Words>
  <Application>Microsoft Office PowerPoint</Application>
  <PresentationFormat>宽屏</PresentationFormat>
  <Paragraphs>49</Paragraphs>
  <Slides>17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宋体</vt:lpstr>
      <vt:lpstr>Arial</vt:lpstr>
      <vt:lpstr>Calibri</vt:lpstr>
      <vt:lpstr>Calibri Light</vt:lpstr>
      <vt:lpstr>Times New Roman</vt:lpstr>
      <vt:lpstr>Office 主题</vt:lpstr>
      <vt:lpstr>Equation</vt:lpstr>
      <vt:lpstr>公式</vt:lpstr>
      <vt:lpstr>PowerPoint 演示文稿</vt:lpstr>
      <vt:lpstr>   3  若</vt:lpstr>
      <vt:lpstr>试证至少存在一点</vt:lpstr>
      <vt:lpstr>PowerPoint 演示文稿</vt:lpstr>
      <vt:lpstr>例3 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User</dc:creator>
  <cp:lastModifiedBy>Si Xiaolong</cp:lastModifiedBy>
  <cp:revision>20</cp:revision>
  <dcterms:created xsi:type="dcterms:W3CDTF">2019-11-01T02:05:29Z</dcterms:created>
  <dcterms:modified xsi:type="dcterms:W3CDTF">2019-11-05T03:22:37Z</dcterms:modified>
</cp:coreProperties>
</file>